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0" r:id="rId3"/>
    <p:sldId id="271" r:id="rId4"/>
    <p:sldId id="272" r:id="rId5"/>
    <p:sldId id="258" r:id="rId6"/>
    <p:sldId id="257" r:id="rId7"/>
    <p:sldId id="259" r:id="rId8"/>
    <p:sldId id="260" r:id="rId9"/>
    <p:sldId id="263" r:id="rId10"/>
    <p:sldId id="275" r:id="rId11"/>
    <p:sldId id="261" r:id="rId12"/>
    <p:sldId id="262" r:id="rId13"/>
    <p:sldId id="264" r:id="rId14"/>
    <p:sldId id="265" r:id="rId15"/>
    <p:sldId id="269" r:id="rId16"/>
    <p:sldId id="267" r:id="rId17"/>
    <p:sldId id="266" r:id="rId18"/>
    <p:sldId id="268" r:id="rId19"/>
    <p:sldId id="273" r:id="rId20"/>
    <p:sldId id="27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  <a:srgbClr val="FF9E74"/>
    <a:srgbClr val="266AA9"/>
    <a:srgbClr val="E36B5A"/>
    <a:srgbClr val="00FF00"/>
    <a:srgbClr val="2D3A4C"/>
    <a:srgbClr val="FE0000"/>
    <a:srgbClr val="BD1E33"/>
    <a:srgbClr val="86587A"/>
    <a:srgbClr val="EDE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7" autoAdjust="0"/>
    <p:restoredTop sz="90896" autoAdjust="0"/>
  </p:normalViewPr>
  <p:slideViewPr>
    <p:cSldViewPr snapToGrid="0">
      <p:cViewPr varScale="1">
        <p:scale>
          <a:sx n="85" d="100"/>
          <a:sy n="85" d="100"/>
        </p:scale>
        <p:origin x="30" y="3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87DB1-E89D-4F65-946D-B28475B4BDF6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A7CCB-13C3-4CB1-9DE9-BACFF4965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784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数字：</a:t>
            </a:r>
            <a:r>
              <a:rPr lang="en-US" altLang="zh-CN" dirty="0"/>
              <a:t>Times New Roman</a:t>
            </a:r>
            <a:br>
              <a:rPr lang="en-US" altLang="zh-CN" dirty="0"/>
            </a:br>
            <a:r>
              <a:rPr lang="zh-CN" altLang="en-US" dirty="0"/>
              <a:t>中文：宋体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7CCB-13C3-4CB1-9DE9-BACFF4965DA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749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7CCB-13C3-4CB1-9DE9-BACFF4965DA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08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7CCB-13C3-4CB1-9DE9-BACFF4965DA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47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7CCB-13C3-4CB1-9DE9-BACFF4965DA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512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7CCB-13C3-4CB1-9DE9-BACFF4965D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220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7CCB-13C3-4CB1-9DE9-BACFF4965DA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420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07154-01C0-8300-1F8A-86C211FFE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62A7AD-93D3-EDB3-8EA7-782A88630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D9119-32E9-4271-D7FF-E2B4A9B5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A24CCD-2544-F172-BF76-22A46E73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D38B2-E5C5-70C2-B3AF-D36149A9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C2E99-EE71-E4C3-3843-BA14798B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270BFA-78A2-4978-E899-08CAB052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7AB481-5E11-2E4D-87C2-501C421B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C92CE-566C-AE6C-BF09-CAB75486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FEF51-ED86-D161-0868-87100A09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35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704C4-5C3D-0613-EA3A-D06CD69DB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EB06E6-7836-049D-F9B2-5705ABFD2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CEF26A-E7CA-85A0-E832-F8C636A8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92D60-0EC6-4186-6CEC-D2A34A17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ED92-E193-1012-0FC7-FE0569D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2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825D0-8DC0-F92C-36CD-4E988AA4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9D5F4F-2013-7F93-ABBF-191E0E09F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62D051-7D1F-6F69-6A0A-E26E1162B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76A0BC-2249-0D9A-6CAB-77053351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0F13F2-AAE8-037D-529D-5A4682C3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036D3E-4BAA-ABAC-D3E6-8AB2DA32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4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BC596-AE06-0DAA-B896-6FF0E8AAE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6CB2B7-2604-723F-32FC-7C5CF1D47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B88851-CDAA-A6AA-563F-AC863DE4C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013294-4845-8E84-3898-5453BA9D4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9AB033-61A7-AE2A-9CDD-ED06AD8F5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38BA4E-8474-D917-25E0-FAA71C29E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A4E2AF-4D32-6E58-3FA4-0CEB05BB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C1069D-E958-C721-30CF-C607AAB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28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BB3AA-EF7A-8BBB-8917-25C89CBE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F521FE-F4E1-755E-52DD-7CAF985E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8414A0-29EB-2F6A-3D5A-67087D2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5F0587-7BE2-FAC7-FB63-180CC70E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40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A65E66-6410-0252-43CC-4C79030D6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BFD94F-50C9-14CA-3B4E-ECF2E8B2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B77881-8464-86E6-7AE9-F5CE6538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24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7FD93-1D10-839B-DB14-3CFDB9D9E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2FC5A6-1493-78E8-7CCE-21876FB9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46C5AF-052E-2E93-7295-EF268B8E1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9386A-5ACF-4197-E8CA-F046C1E4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FE1921-95C7-C1F3-684E-80DAC8D1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63D83-73F2-23E5-50BF-87BADA45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47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95A2E-3777-50D8-8337-D16B6265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2A03BD-FB03-3240-0B11-3AF6BFA19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52AB69-13F4-EA68-CDF5-EF2EE6D20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4DBD4A-6BA7-B3F3-DF9C-D43C3DEE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02446E-A902-20C6-3237-6AFA93ED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857C1-754B-98B3-2E27-B7986BAD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60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BD6C3-0F59-1B2A-45BD-4223DE23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7F0607-B39F-3883-38AB-1587AF33C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B8BBC-64EF-82CE-66D6-EE9F6188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5B5C99-B1A7-978C-21D0-4C2515296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B8E1F-E878-FBCB-31F1-073A63B2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43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A0FD74-B10A-0D27-42CE-FBD23F0A7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17E5E2-425A-4A0C-B990-57B28DAD7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BA482-C2E2-5D56-0D3B-76371ADA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E0973-BBB7-2F42-36BD-A1F86CB5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ED338-2AB2-8BBB-C2D3-9E21ABC6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90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F6754A-4E32-BECD-4697-C6664FB1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F6DFE9-07E5-7529-FC93-8E607B030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5CB1D-6657-B7F1-08B1-374BCB9F0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0E461-7F5E-4391-BDBD-14F78761C772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2E23-3459-9067-D8E1-301E551AB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FD4141-91F3-2BFA-A5E8-9DC73CEA2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70B0D-5AE8-46ED-8981-9EBBFA20AD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00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51.png"/><Relationship Id="rId5" Type="http://schemas.openxmlformats.org/officeDocument/2006/relationships/image" Target="../media/image24.svg"/><Relationship Id="rId10" Type="http://schemas.openxmlformats.org/officeDocument/2006/relationships/image" Target="../media/image50.png"/><Relationship Id="rId4" Type="http://schemas.openxmlformats.org/officeDocument/2006/relationships/image" Target="../media/image26.sv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5.svg"/><Relationship Id="rId7" Type="http://schemas.openxmlformats.org/officeDocument/2006/relationships/image" Target="../media/image71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26.svg"/><Relationship Id="rId9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ACDCDB1-41B0-FF48-C0F1-6D05BAA4573F}"/>
              </a:ext>
            </a:extLst>
          </p:cNvPr>
          <p:cNvSpPr/>
          <p:nvPr/>
        </p:nvSpPr>
        <p:spPr>
          <a:xfrm>
            <a:off x="770021" y="1347537"/>
            <a:ext cx="625642" cy="625642"/>
          </a:xfrm>
          <a:prstGeom prst="ellipse">
            <a:avLst/>
          </a:prstGeom>
          <a:solidFill>
            <a:srgbClr val="C45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17DE40-4235-062B-4505-6127DCA96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742" y="0"/>
            <a:ext cx="462585" cy="685800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BBB29E57-06DD-B14D-CB74-CC48F4512E40}"/>
              </a:ext>
            </a:extLst>
          </p:cNvPr>
          <p:cNvSpPr/>
          <p:nvPr/>
        </p:nvSpPr>
        <p:spPr>
          <a:xfrm>
            <a:off x="1728871" y="1347537"/>
            <a:ext cx="625642" cy="625642"/>
          </a:xfrm>
          <a:prstGeom prst="ellipse">
            <a:avLst/>
          </a:prstGeom>
          <a:solidFill>
            <a:srgbClr val="2451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4A3D57-2944-AFC8-346A-C969E9149BC3}"/>
              </a:ext>
            </a:extLst>
          </p:cNvPr>
          <p:cNvSpPr/>
          <p:nvPr/>
        </p:nvSpPr>
        <p:spPr>
          <a:xfrm>
            <a:off x="2952377" y="182217"/>
            <a:ext cx="194365" cy="6493565"/>
          </a:xfrm>
          <a:prstGeom prst="rect">
            <a:avLst/>
          </a:prstGeom>
          <a:gradFill>
            <a:gsLst>
              <a:gs pos="0">
                <a:srgbClr val="C45E16"/>
              </a:gs>
              <a:gs pos="52000">
                <a:srgbClr val="FFFFFF"/>
              </a:gs>
              <a:gs pos="100000">
                <a:srgbClr val="24517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FEEA1B-F2EA-6CE3-806D-54FC1E59DB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692" y="1212849"/>
            <a:ext cx="6432505" cy="48958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D94702C-2B26-8D25-C5C0-70CC66690516}"/>
              </a:ext>
            </a:extLst>
          </p:cNvPr>
          <p:cNvSpPr/>
          <p:nvPr/>
        </p:nvSpPr>
        <p:spPr>
          <a:xfrm>
            <a:off x="9045258" y="263756"/>
            <a:ext cx="194365" cy="6493565"/>
          </a:xfrm>
          <a:prstGeom prst="rect">
            <a:avLst/>
          </a:prstGeom>
          <a:gradFill>
            <a:gsLst>
              <a:gs pos="33000">
                <a:srgbClr val="EF8F67"/>
              </a:gs>
              <a:gs pos="0">
                <a:srgbClr val="B41B2F"/>
              </a:gs>
              <a:gs pos="52000">
                <a:srgbClr val="FFFFFF">
                  <a:lumMod val="100000"/>
                </a:srgbClr>
              </a:gs>
              <a:gs pos="100000">
                <a:srgbClr val="266AA9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35CBA2A-67D0-B391-8CFC-E2210280FE47}"/>
              </a:ext>
            </a:extLst>
          </p:cNvPr>
          <p:cNvSpPr/>
          <p:nvPr/>
        </p:nvSpPr>
        <p:spPr>
          <a:xfrm>
            <a:off x="10513929" y="1212849"/>
            <a:ext cx="625642" cy="625642"/>
          </a:xfrm>
          <a:prstGeom prst="ellipse">
            <a:avLst/>
          </a:prstGeom>
          <a:solidFill>
            <a:srgbClr val="B41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02E5BF7-3C4C-2D5E-6FA8-AB8A874B1BB5}"/>
              </a:ext>
            </a:extLst>
          </p:cNvPr>
          <p:cNvSpPr/>
          <p:nvPr/>
        </p:nvSpPr>
        <p:spPr>
          <a:xfrm>
            <a:off x="11421979" y="1212849"/>
            <a:ext cx="625642" cy="625642"/>
          </a:xfrm>
          <a:prstGeom prst="ellipse">
            <a:avLst/>
          </a:prstGeom>
          <a:solidFill>
            <a:srgbClr val="266A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900E05-B95C-EDF7-F1B3-D30A599AC6A5}"/>
              </a:ext>
            </a:extLst>
          </p:cNvPr>
          <p:cNvSpPr/>
          <p:nvPr/>
        </p:nvSpPr>
        <p:spPr>
          <a:xfrm>
            <a:off x="11421979" y="2222499"/>
            <a:ext cx="625642" cy="625642"/>
          </a:xfrm>
          <a:prstGeom prst="ellipse">
            <a:avLst/>
          </a:prstGeom>
          <a:solidFill>
            <a:srgbClr val="FFE1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3F698F-69E9-0500-76C1-34488D7F2BC2}"/>
              </a:ext>
            </a:extLst>
          </p:cNvPr>
          <p:cNvSpPr/>
          <p:nvPr/>
        </p:nvSpPr>
        <p:spPr>
          <a:xfrm>
            <a:off x="10560529" y="2222499"/>
            <a:ext cx="625642" cy="625642"/>
          </a:xfrm>
          <a:prstGeom prst="ellipse">
            <a:avLst/>
          </a:prstGeom>
          <a:solidFill>
            <a:srgbClr val="EF8F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61EA06E-396E-16B5-23CF-946F0072B97A}"/>
              </a:ext>
            </a:extLst>
          </p:cNvPr>
          <p:cNvSpPr>
            <a:spLocks noChangeAspect="1"/>
          </p:cNvSpPr>
          <p:nvPr/>
        </p:nvSpPr>
        <p:spPr>
          <a:xfrm>
            <a:off x="4123135" y="1613179"/>
            <a:ext cx="360000" cy="360000"/>
          </a:xfrm>
          <a:prstGeom prst="roundRect">
            <a:avLst/>
          </a:prstGeom>
          <a:solidFill>
            <a:srgbClr val="B41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4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7EB38562-685A-43E3-96BB-5A807EABF1F2}"/>
              </a:ext>
            </a:extLst>
          </p:cNvPr>
          <p:cNvSpPr/>
          <p:nvPr/>
        </p:nvSpPr>
        <p:spPr>
          <a:xfrm>
            <a:off x="5891498" y="730605"/>
            <a:ext cx="5528341" cy="539678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00391D87-DBA2-4407-B0CB-58D35C72CF93}"/>
              </a:ext>
            </a:extLst>
          </p:cNvPr>
          <p:cNvSpPr/>
          <p:nvPr/>
        </p:nvSpPr>
        <p:spPr>
          <a:xfrm rot="16200000">
            <a:off x="8230456" y="-1275281"/>
            <a:ext cx="842241" cy="52546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7FA09CDF-A6FE-4BA7-AF8F-53FAB43BC6B4}"/>
              </a:ext>
            </a:extLst>
          </p:cNvPr>
          <p:cNvCxnSpPr>
            <a:cxnSpLocks/>
            <a:stCxn id="82" idx="3"/>
          </p:cNvCxnSpPr>
          <p:nvPr/>
        </p:nvCxnSpPr>
        <p:spPr>
          <a:xfrm flipV="1">
            <a:off x="8132789" y="2662146"/>
            <a:ext cx="275758" cy="15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52FE51DB-304C-45F2-ABAF-9F6A036317B2}"/>
              </a:ext>
            </a:extLst>
          </p:cNvPr>
          <p:cNvCxnSpPr/>
          <p:nvPr/>
        </p:nvCxnSpPr>
        <p:spPr>
          <a:xfrm>
            <a:off x="8400082" y="2382421"/>
            <a:ext cx="0" cy="5903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4207E3B6-25DE-4D14-ADE5-6CE985A7CCE1}"/>
              </a:ext>
            </a:extLst>
          </p:cNvPr>
          <p:cNvCxnSpPr/>
          <p:nvPr/>
        </p:nvCxnSpPr>
        <p:spPr>
          <a:xfrm>
            <a:off x="8400082" y="2382421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A315321D-5447-4345-8C54-5F81A25A1FA8}"/>
              </a:ext>
            </a:extLst>
          </p:cNvPr>
          <p:cNvCxnSpPr/>
          <p:nvPr/>
        </p:nvCxnSpPr>
        <p:spPr>
          <a:xfrm>
            <a:off x="8400081" y="2972770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77BE462C-43C0-45CB-8BD6-5A478A93E2A5}"/>
              </a:ext>
            </a:extLst>
          </p:cNvPr>
          <p:cNvSpPr/>
          <p:nvPr/>
        </p:nvSpPr>
        <p:spPr>
          <a:xfrm>
            <a:off x="882702" y="5008361"/>
            <a:ext cx="4443333" cy="111903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8C63A1-33E9-475A-9CA8-E7C67A8D7F88}"/>
              </a:ext>
            </a:extLst>
          </p:cNvPr>
          <p:cNvSpPr/>
          <p:nvPr/>
        </p:nvSpPr>
        <p:spPr>
          <a:xfrm>
            <a:off x="910906" y="730604"/>
            <a:ext cx="4420993" cy="41618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D7673D-9380-45B0-A9CE-046B1F5ADB8E}"/>
              </a:ext>
            </a:extLst>
          </p:cNvPr>
          <p:cNvSpPr/>
          <p:nvPr/>
        </p:nvSpPr>
        <p:spPr>
          <a:xfrm>
            <a:off x="1416898" y="3146046"/>
            <a:ext cx="446296" cy="1621282"/>
          </a:xfrm>
          <a:prstGeom prst="rect">
            <a:avLst/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A70F6D-F73F-4D59-B446-84C1D11DD7D7}"/>
              </a:ext>
            </a:extLst>
          </p:cNvPr>
          <p:cNvSpPr/>
          <p:nvPr/>
        </p:nvSpPr>
        <p:spPr>
          <a:xfrm>
            <a:off x="1433832" y="1189524"/>
            <a:ext cx="1406083" cy="44715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6">
            <a:extLst>
              <a:ext uri="{FF2B5EF4-FFF2-40B4-BE49-F238E27FC236}">
                <a16:creationId xmlns:a16="http://schemas.microsoft.com/office/drawing/2014/main" id="{F336B229-28F8-46EC-B477-BE357BEFD8FD}"/>
              </a:ext>
            </a:extLst>
          </p:cNvPr>
          <p:cNvSpPr txBox="1"/>
          <p:nvPr/>
        </p:nvSpPr>
        <p:spPr>
          <a:xfrm>
            <a:off x="1517493" y="1194088"/>
            <a:ext cx="1255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交会定位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DA0992-4B02-4AE5-A0BE-4E908C04BDE3}"/>
              </a:ext>
            </a:extLst>
          </p:cNvPr>
          <p:cNvSpPr/>
          <p:nvPr/>
        </p:nvSpPr>
        <p:spPr>
          <a:xfrm>
            <a:off x="3003431" y="1192415"/>
            <a:ext cx="1686375" cy="44715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59">
                <a:extLst>
                  <a:ext uri="{FF2B5EF4-FFF2-40B4-BE49-F238E27FC236}">
                    <a16:creationId xmlns:a16="http://schemas.microsoft.com/office/drawing/2014/main" id="{E5B2E263-7D8C-4132-9577-6449B74027C1}"/>
                  </a:ext>
                </a:extLst>
              </p:cNvPr>
              <p:cNvSpPr txBox="1"/>
              <p:nvPr/>
            </p:nvSpPr>
            <p:spPr>
              <a:xfrm>
                <a:off x="3034426" y="1210394"/>
                <a:ext cx="16553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0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±</m:t>
                    </m:r>
                    <m:sSup>
                      <m:sSupPr>
                        <m:ctrlP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示向误差</a:t>
                </a:r>
              </a:p>
            </p:txBody>
          </p:sp>
        </mc:Choice>
        <mc:Fallback xmlns="">
          <p:sp>
            <p:nvSpPr>
              <p:cNvPr id="5" name="文本框 59">
                <a:extLst>
                  <a:ext uri="{FF2B5EF4-FFF2-40B4-BE49-F238E27FC236}">
                    <a16:creationId xmlns:a16="http://schemas.microsoft.com/office/drawing/2014/main" id="{E5B2E263-7D8C-4132-9577-6449B7402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426" y="1210394"/>
                <a:ext cx="1655380" cy="400110"/>
              </a:xfrm>
              <a:prstGeom prst="rect">
                <a:avLst/>
              </a:prstGeom>
              <a:blipFill>
                <a:blip r:embed="rId3"/>
                <a:stretch>
                  <a:fillRect l="-738" t="-12308" r="-3690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">
            <a:extLst>
              <a:ext uri="{FF2B5EF4-FFF2-40B4-BE49-F238E27FC236}">
                <a16:creationId xmlns:a16="http://schemas.microsoft.com/office/drawing/2014/main" id="{453A62E4-745F-4788-A211-431E9C218857}"/>
              </a:ext>
            </a:extLst>
          </p:cNvPr>
          <p:cNvSpPr/>
          <p:nvPr/>
        </p:nvSpPr>
        <p:spPr>
          <a:xfrm>
            <a:off x="1725142" y="2072827"/>
            <a:ext cx="2408885" cy="602023"/>
          </a:xfrm>
          <a:prstGeom prst="roundRect">
            <a:avLst>
              <a:gd name="adj" fmla="val 145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7" name="文本框 3">
            <a:extLst>
              <a:ext uri="{FF2B5EF4-FFF2-40B4-BE49-F238E27FC236}">
                <a16:creationId xmlns:a16="http://schemas.microsoft.com/office/drawing/2014/main" id="{6F651C36-FC80-4FA5-9D41-A0F7948C42D8}"/>
              </a:ext>
            </a:extLst>
          </p:cNvPr>
          <p:cNvSpPr txBox="1"/>
          <p:nvPr/>
        </p:nvSpPr>
        <p:spPr>
          <a:xfrm>
            <a:off x="1845235" y="2186772"/>
            <a:ext cx="2147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Set Membership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D0A0EDB-1588-4548-B4F6-1B6C96F3C50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29585" y="1870829"/>
            <a:ext cx="0" cy="201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21790C0-5FC3-4CCE-88B6-523AE30D4736}"/>
              </a:ext>
            </a:extLst>
          </p:cNvPr>
          <p:cNvCxnSpPr>
            <a:cxnSpLocks/>
          </p:cNvCxnSpPr>
          <p:nvPr/>
        </p:nvCxnSpPr>
        <p:spPr>
          <a:xfrm>
            <a:off x="2145447" y="1870829"/>
            <a:ext cx="16655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A490CF3-0529-4736-AB08-9929291BBD1D}"/>
              </a:ext>
            </a:extLst>
          </p:cNvPr>
          <p:cNvCxnSpPr>
            <a:cxnSpLocks/>
          </p:cNvCxnSpPr>
          <p:nvPr/>
        </p:nvCxnSpPr>
        <p:spPr>
          <a:xfrm>
            <a:off x="2145447" y="1641220"/>
            <a:ext cx="4360" cy="2324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8B6775B-3CB0-4D35-879E-39595CBB2C3A}"/>
              </a:ext>
            </a:extLst>
          </p:cNvPr>
          <p:cNvCxnSpPr>
            <a:cxnSpLocks/>
          </p:cNvCxnSpPr>
          <p:nvPr/>
        </p:nvCxnSpPr>
        <p:spPr>
          <a:xfrm>
            <a:off x="3822022" y="1650497"/>
            <a:ext cx="0" cy="2298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8D60E29-7927-4A45-B273-BF8C3A50D462}"/>
              </a:ext>
            </a:extLst>
          </p:cNvPr>
          <p:cNvSpPr txBox="1"/>
          <p:nvPr/>
        </p:nvSpPr>
        <p:spPr>
          <a:xfrm>
            <a:off x="1386948" y="3157469"/>
            <a:ext cx="492443" cy="16212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楔形有效区域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7D911F-7CAA-4C43-9631-AFA7590A8EF1}"/>
              </a:ext>
            </a:extLst>
          </p:cNvPr>
          <p:cNvSpPr/>
          <p:nvPr/>
        </p:nvSpPr>
        <p:spPr>
          <a:xfrm>
            <a:off x="2183635" y="3136220"/>
            <a:ext cx="415081" cy="1628244"/>
          </a:xfrm>
          <a:prstGeom prst="rect">
            <a:avLst/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45C03A-8FB3-4B17-AA7E-DF1F183D8993}"/>
              </a:ext>
            </a:extLst>
          </p:cNvPr>
          <p:cNvSpPr txBox="1"/>
          <p:nvPr/>
        </p:nvSpPr>
        <p:spPr>
          <a:xfrm>
            <a:off x="2144953" y="3146046"/>
            <a:ext cx="492443" cy="1662863"/>
          </a:xfrm>
          <a:prstGeom prst="rect">
            <a:avLst/>
          </a:prstGeom>
          <a:noFill/>
        </p:spPr>
        <p:txBody>
          <a:bodyPr vert="eaVert" wrap="square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二维叉积表示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A41313-0F5F-4039-8CDA-91DD4C56B406}"/>
              </a:ext>
            </a:extLst>
          </p:cNvPr>
          <p:cNvSpPr/>
          <p:nvPr/>
        </p:nvSpPr>
        <p:spPr>
          <a:xfrm>
            <a:off x="4298616" y="3122532"/>
            <a:ext cx="461665" cy="1628243"/>
          </a:xfrm>
          <a:prstGeom prst="rect">
            <a:avLst/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4AEE34-8F86-43EC-84F3-E0DA118D1C30}"/>
              </a:ext>
            </a:extLst>
          </p:cNvPr>
          <p:cNvSpPr txBox="1"/>
          <p:nvPr/>
        </p:nvSpPr>
        <p:spPr>
          <a:xfrm>
            <a:off x="4283226" y="3128274"/>
            <a:ext cx="492443" cy="165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闭半平面交集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DE52FF-277C-4D14-ADA9-66891A57AC65}"/>
              </a:ext>
            </a:extLst>
          </p:cNvPr>
          <p:cNvSpPr/>
          <p:nvPr/>
        </p:nvSpPr>
        <p:spPr>
          <a:xfrm>
            <a:off x="2733240" y="3382465"/>
            <a:ext cx="1443009" cy="481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B0A267-B110-4BE1-B726-FDC73377FCE7}"/>
              </a:ext>
            </a:extLst>
          </p:cNvPr>
          <p:cNvSpPr txBox="1"/>
          <p:nvPr/>
        </p:nvSpPr>
        <p:spPr>
          <a:xfrm>
            <a:off x="2783013" y="3415275"/>
            <a:ext cx="1337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闭凸性证明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267077-E37A-4077-A727-21DA802E09CA}"/>
              </a:ext>
            </a:extLst>
          </p:cNvPr>
          <p:cNvSpPr/>
          <p:nvPr/>
        </p:nvSpPr>
        <p:spPr>
          <a:xfrm>
            <a:off x="2736520" y="4054977"/>
            <a:ext cx="1438047" cy="481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382E4A-30D1-421F-AC16-818F9826E9A6}"/>
              </a:ext>
            </a:extLst>
          </p:cNvPr>
          <p:cNvSpPr txBox="1"/>
          <p:nvPr/>
        </p:nvSpPr>
        <p:spPr>
          <a:xfrm>
            <a:off x="2797217" y="4113249"/>
            <a:ext cx="134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多边形结构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89DF4B3-899D-4ADC-92AC-CC3D34A3819C}"/>
              </a:ext>
            </a:extLst>
          </p:cNvPr>
          <p:cNvCxnSpPr/>
          <p:nvPr/>
        </p:nvCxnSpPr>
        <p:spPr>
          <a:xfrm>
            <a:off x="2942075" y="2695216"/>
            <a:ext cx="0" cy="1995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04713C1-E851-4616-AD49-48216D9B7490}"/>
              </a:ext>
            </a:extLst>
          </p:cNvPr>
          <p:cNvCxnSpPr>
            <a:cxnSpLocks/>
          </p:cNvCxnSpPr>
          <p:nvPr/>
        </p:nvCxnSpPr>
        <p:spPr>
          <a:xfrm>
            <a:off x="1636264" y="2899201"/>
            <a:ext cx="28931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FC8CF68-B2B6-4B6A-94C9-E61BA4EF938C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640046" y="2894802"/>
            <a:ext cx="0" cy="2512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F98EFC6-CD06-4CB6-831F-42F6CE3269DE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391176" y="2894802"/>
            <a:ext cx="0" cy="2414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0FDCE78-C877-42A8-B43E-B88753D71027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529449" y="2894802"/>
            <a:ext cx="0" cy="2277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7B1835B-2D4E-450C-8E63-298D9483CD4E}"/>
                  </a:ext>
                </a:extLst>
              </p:cNvPr>
              <p:cNvSpPr txBox="1"/>
              <p:nvPr/>
            </p:nvSpPr>
            <p:spPr>
              <a:xfrm>
                <a:off x="2339798" y="760763"/>
                <a:ext cx="15177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定位区域</a:t>
                </a:r>
                <a14:m>
                  <m:oMath xmlns:m="http://schemas.openxmlformats.org/officeDocument/2006/math">
                    <m:r>
                      <a:rPr kumimoji="0" lang="en-US" altLang="zh-CN" sz="20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 </m:t>
                    </m:r>
                    <m:r>
                      <a:rPr kumimoji="0" lang="zh-CN" alt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𝚸</m:t>
                    </m:r>
                  </m:oMath>
                </a14:m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7B1835B-2D4E-450C-8E63-298D9483C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98" y="760763"/>
                <a:ext cx="1517712" cy="400110"/>
              </a:xfrm>
              <a:prstGeom prst="rect">
                <a:avLst/>
              </a:prstGeom>
              <a:blipFill>
                <a:blip r:embed="rId4"/>
                <a:stretch>
                  <a:fillRect l="-4418" t="-12308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">
            <a:extLst>
              <a:ext uri="{FF2B5EF4-FFF2-40B4-BE49-F238E27FC236}">
                <a16:creationId xmlns:a16="http://schemas.microsoft.com/office/drawing/2014/main" id="{2B193A06-2DD2-4746-A34C-610C371AEE58}"/>
              </a:ext>
            </a:extLst>
          </p:cNvPr>
          <p:cNvSpPr/>
          <p:nvPr/>
        </p:nvSpPr>
        <p:spPr>
          <a:xfrm>
            <a:off x="3755909" y="5292346"/>
            <a:ext cx="1470983" cy="483076"/>
          </a:xfrm>
          <a:prstGeom prst="roundRect">
            <a:avLst>
              <a:gd name="adj" fmla="val 11899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630F5BF-4E68-44AE-B817-60BE211A0FCD}"/>
              </a:ext>
            </a:extLst>
          </p:cNvPr>
          <p:cNvSpPr txBox="1"/>
          <p:nvPr/>
        </p:nvSpPr>
        <p:spPr>
          <a:xfrm>
            <a:off x="3724720" y="5333829"/>
            <a:ext cx="1550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旋转卡壳法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85234A3-A987-4F1B-B558-AF0B4A905441}"/>
              </a:ext>
            </a:extLst>
          </p:cNvPr>
          <p:cNvSpPr/>
          <p:nvPr/>
        </p:nvSpPr>
        <p:spPr>
          <a:xfrm>
            <a:off x="1169767" y="5089747"/>
            <a:ext cx="2299077" cy="4343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EF61807-B77F-4416-B2C0-533FB8ABE912}"/>
              </a:ext>
            </a:extLst>
          </p:cNvPr>
          <p:cNvSpPr txBox="1"/>
          <p:nvPr/>
        </p:nvSpPr>
        <p:spPr>
          <a:xfrm>
            <a:off x="1209241" y="5114170"/>
            <a:ext cx="2221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区域直径及顶点对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BC09542-C52F-46B1-82CE-0C3BF67E2D76}"/>
              </a:ext>
            </a:extLst>
          </p:cNvPr>
          <p:cNvCxnSpPr>
            <a:cxnSpLocks/>
          </p:cNvCxnSpPr>
          <p:nvPr/>
        </p:nvCxnSpPr>
        <p:spPr>
          <a:xfrm>
            <a:off x="5326035" y="2243807"/>
            <a:ext cx="2500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1CB0015C-742D-4177-B446-73809BB7009E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5326035" y="5567878"/>
            <a:ext cx="2500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C39AB2A-969D-4F8C-9606-3DE9CEBD827B}"/>
              </a:ext>
            </a:extLst>
          </p:cNvPr>
          <p:cNvCxnSpPr>
            <a:cxnSpLocks/>
          </p:cNvCxnSpPr>
          <p:nvPr/>
        </p:nvCxnSpPr>
        <p:spPr>
          <a:xfrm flipH="1">
            <a:off x="5576070" y="2239716"/>
            <a:ext cx="1" cy="33281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7438377-0FA2-49DB-8667-976D84C51C39}"/>
              </a:ext>
            </a:extLst>
          </p:cNvPr>
          <p:cNvCxnSpPr>
            <a:cxnSpLocks/>
          </p:cNvCxnSpPr>
          <p:nvPr/>
        </p:nvCxnSpPr>
        <p:spPr>
          <a:xfrm>
            <a:off x="5576068" y="4014865"/>
            <a:ext cx="53528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">
            <a:extLst>
              <a:ext uri="{FF2B5EF4-FFF2-40B4-BE49-F238E27FC236}">
                <a16:creationId xmlns:a16="http://schemas.microsoft.com/office/drawing/2014/main" id="{F26CEE40-F7A7-4BE7-AD8E-A6F8AC757CA2}"/>
              </a:ext>
            </a:extLst>
          </p:cNvPr>
          <p:cNvSpPr/>
          <p:nvPr/>
        </p:nvSpPr>
        <p:spPr>
          <a:xfrm>
            <a:off x="6186576" y="3666487"/>
            <a:ext cx="2246751" cy="610608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B32CDE5-2566-4395-8A87-FF8762A5F5BC}"/>
              </a:ext>
            </a:extLst>
          </p:cNvPr>
          <p:cNvSpPr txBox="1"/>
          <p:nvPr/>
        </p:nvSpPr>
        <p:spPr>
          <a:xfrm>
            <a:off x="6285910" y="3761286"/>
            <a:ext cx="2048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直径圆覆盖判定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47F70B0-E95D-48D0-A6D9-4423F626A4D4}"/>
              </a:ext>
            </a:extLst>
          </p:cNvPr>
          <p:cNvSpPr/>
          <p:nvPr/>
        </p:nvSpPr>
        <p:spPr>
          <a:xfrm>
            <a:off x="963316" y="5590112"/>
            <a:ext cx="2680636" cy="43436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F056055-B748-493E-8C0B-2B4F0E2A995D}"/>
              </a:ext>
            </a:extLst>
          </p:cNvPr>
          <p:cNvSpPr txBox="1"/>
          <p:nvPr/>
        </p:nvSpPr>
        <p:spPr>
          <a:xfrm>
            <a:off x="930626" y="5611851"/>
            <a:ext cx="2758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方向角排序与双端队列</a:t>
            </a:r>
          </a:p>
        </p:txBody>
      </p:sp>
      <p:sp>
        <p:nvSpPr>
          <p:cNvPr id="82" name="Rounded Rectangle">
            <a:extLst>
              <a:ext uri="{FF2B5EF4-FFF2-40B4-BE49-F238E27FC236}">
                <a16:creationId xmlns:a16="http://schemas.microsoft.com/office/drawing/2014/main" id="{529DCBBE-1906-4189-96A5-CE6A91FD91CE}"/>
              </a:ext>
            </a:extLst>
          </p:cNvPr>
          <p:cNvSpPr/>
          <p:nvPr/>
        </p:nvSpPr>
        <p:spPr>
          <a:xfrm>
            <a:off x="6351777" y="2358364"/>
            <a:ext cx="1781012" cy="610608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3D2F5E5-5B36-4610-AE49-0CC67D066690}"/>
              </a:ext>
            </a:extLst>
          </p:cNvPr>
          <p:cNvSpPr txBox="1"/>
          <p:nvPr/>
        </p:nvSpPr>
        <p:spPr>
          <a:xfrm>
            <a:off x="6502201" y="2453981"/>
            <a:ext cx="150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最小覆盖圆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FA6FD25A-EB05-45F2-ADC0-5943845014C1}"/>
              </a:ext>
            </a:extLst>
          </p:cNvPr>
          <p:cNvSpPr/>
          <p:nvPr/>
        </p:nvSpPr>
        <p:spPr>
          <a:xfrm rot="16200000">
            <a:off x="7062384" y="3136709"/>
            <a:ext cx="453860" cy="369196"/>
          </a:xfrm>
          <a:prstGeom prst="rightArrow">
            <a:avLst>
              <a:gd name="adj1" fmla="val 40478"/>
              <a:gd name="adj2" fmla="val 5749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Rounded Rectangle">
            <a:extLst>
              <a:ext uri="{FF2B5EF4-FFF2-40B4-BE49-F238E27FC236}">
                <a16:creationId xmlns:a16="http://schemas.microsoft.com/office/drawing/2014/main" id="{1C5A13B1-BA80-4487-9980-CBA747A1A7E5}"/>
              </a:ext>
            </a:extLst>
          </p:cNvPr>
          <p:cNvSpPr/>
          <p:nvPr/>
        </p:nvSpPr>
        <p:spPr>
          <a:xfrm>
            <a:off x="8731932" y="2165740"/>
            <a:ext cx="2229123" cy="528880"/>
          </a:xfrm>
          <a:prstGeom prst="roundRect">
            <a:avLst>
              <a:gd name="adj" fmla="val 14352"/>
            </a:avLst>
          </a:prstGeom>
          <a:solidFill>
            <a:srgbClr val="EDE2DF"/>
          </a:solidFill>
          <a:ln w="22225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0B88BDD-693D-4B85-B149-2EC8D7C7654D}"/>
              </a:ext>
            </a:extLst>
          </p:cNvPr>
          <p:cNvSpPr txBox="1"/>
          <p:nvPr/>
        </p:nvSpPr>
        <p:spPr>
          <a:xfrm>
            <a:off x="8715512" y="2229721"/>
            <a:ext cx="222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Carathéodory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" name="Rounded Rectangle">
            <a:extLst>
              <a:ext uri="{FF2B5EF4-FFF2-40B4-BE49-F238E27FC236}">
                <a16:creationId xmlns:a16="http://schemas.microsoft.com/office/drawing/2014/main" id="{61B121C4-4B3E-412C-BBEE-55E7A5180C97}"/>
              </a:ext>
            </a:extLst>
          </p:cNvPr>
          <p:cNvSpPr/>
          <p:nvPr/>
        </p:nvSpPr>
        <p:spPr>
          <a:xfrm>
            <a:off x="8723411" y="2785142"/>
            <a:ext cx="2237644" cy="453860"/>
          </a:xfrm>
          <a:prstGeom prst="roundRect">
            <a:avLst>
              <a:gd name="adj" fmla="val 12677"/>
            </a:avLst>
          </a:prstGeom>
          <a:solidFill>
            <a:srgbClr val="EDE2DF"/>
          </a:solidFill>
          <a:ln w="22225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0FCBEC0-57F8-4FBD-9A72-CE585A4E933E}"/>
              </a:ext>
            </a:extLst>
          </p:cNvPr>
          <p:cNvSpPr txBox="1"/>
          <p:nvPr/>
        </p:nvSpPr>
        <p:spPr>
          <a:xfrm>
            <a:off x="8959682" y="2821541"/>
            <a:ext cx="1968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平面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Jung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定理</a:t>
            </a:r>
          </a:p>
        </p:txBody>
      </p: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B1E28BAB-53C4-47FF-A040-AE4F2587AD87}"/>
              </a:ext>
            </a:extLst>
          </p:cNvPr>
          <p:cNvCxnSpPr>
            <a:cxnSpLocks/>
          </p:cNvCxnSpPr>
          <p:nvPr/>
        </p:nvCxnSpPr>
        <p:spPr>
          <a:xfrm rot="5400000">
            <a:off x="8958035" y="4444554"/>
            <a:ext cx="1306923" cy="914146"/>
          </a:xfrm>
          <a:prstGeom prst="bentConnector2">
            <a:avLst/>
          </a:prstGeom>
          <a:ln w="1905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Rounded Rectangle">
            <a:extLst>
              <a:ext uri="{FF2B5EF4-FFF2-40B4-BE49-F238E27FC236}">
                <a16:creationId xmlns:a16="http://schemas.microsoft.com/office/drawing/2014/main" id="{F41112DC-C92F-4424-83CF-61E8BE5F9273}"/>
              </a:ext>
            </a:extLst>
          </p:cNvPr>
          <p:cNvSpPr/>
          <p:nvPr/>
        </p:nvSpPr>
        <p:spPr>
          <a:xfrm>
            <a:off x="6111344" y="1149095"/>
            <a:ext cx="1343297" cy="470760"/>
          </a:xfrm>
          <a:prstGeom prst="roundRect">
            <a:avLst>
              <a:gd name="adj" fmla="val 14352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94" name="文本框 26">
            <a:extLst>
              <a:ext uri="{FF2B5EF4-FFF2-40B4-BE49-F238E27FC236}">
                <a16:creationId xmlns:a16="http://schemas.microsoft.com/office/drawing/2014/main" id="{A28A3D83-BEFB-4DCA-B594-F0FD973833D7}"/>
              </a:ext>
            </a:extLst>
          </p:cNvPr>
          <p:cNvSpPr txBox="1"/>
          <p:nvPr/>
        </p:nvSpPr>
        <p:spPr>
          <a:xfrm>
            <a:off x="6167453" y="1208329"/>
            <a:ext cx="1343297" cy="3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Welzl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算法</a:t>
            </a: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6207009A-683C-4386-B888-E00E76C14F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61423" y="1720771"/>
            <a:ext cx="678898" cy="511497"/>
          </a:xfrm>
          <a:prstGeom prst="bentConnector3">
            <a:avLst>
              <a:gd name="adj1" fmla="val 45011"/>
            </a:avLst>
          </a:prstGeom>
          <a:ln w="1905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C7B7163-C544-477F-A4B0-D955378D8A4C}"/>
              </a:ext>
            </a:extLst>
          </p:cNvPr>
          <p:cNvSpPr txBox="1"/>
          <p:nvPr/>
        </p:nvSpPr>
        <p:spPr>
          <a:xfrm>
            <a:off x="7290683" y="1896406"/>
            <a:ext cx="10704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具体求解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1C80680-5B88-463C-A22A-772517C684DA}"/>
              </a:ext>
            </a:extLst>
          </p:cNvPr>
          <p:cNvSpPr/>
          <p:nvPr/>
        </p:nvSpPr>
        <p:spPr>
          <a:xfrm>
            <a:off x="7566860" y="1137028"/>
            <a:ext cx="1711072" cy="50197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82FA03C-50DE-4787-BA98-B62FE0D608A0}"/>
              </a:ext>
            </a:extLst>
          </p:cNvPr>
          <p:cNvSpPr txBox="1"/>
          <p:nvPr/>
        </p:nvSpPr>
        <p:spPr>
          <a:xfrm>
            <a:off x="7541753" y="1203347"/>
            <a:ext cx="186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最小覆盖圆圆心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9EFE2AC5-AEED-4FF0-962A-634C33E199EA}"/>
              </a:ext>
            </a:extLst>
          </p:cNvPr>
          <p:cNvSpPr/>
          <p:nvPr/>
        </p:nvSpPr>
        <p:spPr>
          <a:xfrm>
            <a:off x="9390150" y="1123544"/>
            <a:ext cx="1775927" cy="51545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C2BEF84B-FAE5-46F3-B3AB-FC17799FA6B6}"/>
              </a:ext>
            </a:extLst>
          </p:cNvPr>
          <p:cNvSpPr txBox="1"/>
          <p:nvPr/>
        </p:nvSpPr>
        <p:spPr>
          <a:xfrm>
            <a:off x="9390150" y="1196605"/>
            <a:ext cx="187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最小覆盖圆半径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03A4AD1-F60F-385D-328C-FF4A0670FF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13" b="18552"/>
          <a:stretch>
            <a:fillRect/>
          </a:stretch>
        </p:blipFill>
        <p:spPr>
          <a:xfrm>
            <a:off x="7802955" y="4624253"/>
            <a:ext cx="1355993" cy="1193353"/>
          </a:xfrm>
          <a:prstGeom prst="rect">
            <a:avLst/>
          </a:prstGeom>
          <a:solidFill>
            <a:schemeClr val="bg1">
              <a:lumMod val="85000"/>
              <a:alpha val="66000"/>
            </a:schemeClr>
          </a:solidFill>
          <a:ln w="15875">
            <a:solidFill>
              <a:schemeClr val="accent1">
                <a:shade val="15000"/>
              </a:schemeClr>
            </a:solidFill>
            <a:prstDash val="lgDash"/>
          </a:ln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746C1339-2CB9-DF9A-C32C-5A9144AC1D04}"/>
              </a:ext>
            </a:extLst>
          </p:cNvPr>
          <p:cNvGrpSpPr/>
          <p:nvPr/>
        </p:nvGrpSpPr>
        <p:grpSpPr>
          <a:xfrm>
            <a:off x="6314778" y="4519668"/>
            <a:ext cx="1461506" cy="1422451"/>
            <a:chOff x="7695228" y="4430662"/>
            <a:chExt cx="1706862" cy="1661251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B4E4DF7-0F85-17B8-2CB0-E0885B0578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5228" y="4430662"/>
              <a:ext cx="1529746" cy="1529745"/>
            </a:xfrm>
            <a:prstGeom prst="ellipse">
              <a:avLst/>
            </a:prstGeom>
            <a:noFill/>
            <a:ln w="412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六边形 168">
              <a:extLst>
                <a:ext uri="{FF2B5EF4-FFF2-40B4-BE49-F238E27FC236}">
                  <a16:creationId xmlns:a16="http://schemas.microsoft.com/office/drawing/2014/main" id="{998F5D30-F391-6B33-472E-63D741F7EF0E}"/>
                </a:ext>
              </a:extLst>
            </p:cNvPr>
            <p:cNvSpPr/>
            <p:nvPr/>
          </p:nvSpPr>
          <p:spPr>
            <a:xfrm>
              <a:off x="7905824" y="4505827"/>
              <a:ext cx="1062533" cy="1402931"/>
            </a:xfrm>
            <a:custGeom>
              <a:avLst/>
              <a:gdLst>
                <a:gd name="csX0" fmla="*/ 0 w 1600316"/>
                <a:gd name="csY0" fmla="*/ 1036259 h 2113000"/>
                <a:gd name="csX1" fmla="*/ 380859 w 1600316"/>
                <a:gd name="csY1" fmla="*/ 0 h 2113000"/>
                <a:gd name="csX2" fmla="*/ 1299467 w 1600316"/>
                <a:gd name="csY2" fmla="*/ 10477 h 2113000"/>
                <a:gd name="csX3" fmla="*/ 1600316 w 1600316"/>
                <a:gd name="csY3" fmla="*/ 1036259 h 2113000"/>
                <a:gd name="csX4" fmla="*/ 1348045 w 1600316"/>
                <a:gd name="csY4" fmla="*/ 2113000 h 2113000"/>
                <a:gd name="csX5" fmla="*/ 388003 w 1600316"/>
                <a:gd name="csY5" fmla="*/ 2082044 h 2113000"/>
                <a:gd name="csX6" fmla="*/ 0 w 1600316"/>
                <a:gd name="csY6" fmla="*/ 1036259 h 2113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00316" h="2113000">
                  <a:moveTo>
                    <a:pt x="0" y="1036259"/>
                  </a:moveTo>
                  <a:lnTo>
                    <a:pt x="380859" y="0"/>
                  </a:lnTo>
                  <a:lnTo>
                    <a:pt x="1299467" y="10477"/>
                  </a:lnTo>
                  <a:lnTo>
                    <a:pt x="1600316" y="1036259"/>
                  </a:lnTo>
                  <a:lnTo>
                    <a:pt x="1348045" y="2113000"/>
                  </a:lnTo>
                  <a:lnTo>
                    <a:pt x="388003" y="2082044"/>
                  </a:lnTo>
                  <a:lnTo>
                    <a:pt x="0" y="1036259"/>
                  </a:lnTo>
                  <a:close/>
                </a:path>
              </a:pathLst>
            </a:custGeom>
            <a:gradFill flip="none" rotWithShape="0">
              <a:gsLst>
                <a:gs pos="50000">
                  <a:srgbClr val="FBE5D6"/>
                </a:gs>
                <a:gs pos="0">
                  <a:schemeClr val="bg1">
                    <a:alpha val="18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2300000" scaled="0"/>
              <a:tileRect/>
            </a:gradFill>
            <a:ln w="19050">
              <a:gradFill>
                <a:gsLst>
                  <a:gs pos="0">
                    <a:srgbClr val="FF9E74"/>
                  </a:gs>
                  <a:gs pos="49000">
                    <a:srgbClr val="FBE5D6">
                      <a:alpha val="0"/>
                    </a:srgbClr>
                  </a:gs>
                  <a:gs pos="100000">
                    <a:srgbClr val="FF9E74">
                      <a:alpha val="9800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2D84275-E7A4-E18F-C80F-E88D3B596288}"/>
                </a:ext>
              </a:extLst>
            </p:cNvPr>
            <p:cNvSpPr/>
            <p:nvPr/>
          </p:nvSpPr>
          <p:spPr>
            <a:xfrm>
              <a:off x="8670244" y="5754878"/>
              <a:ext cx="254132" cy="274786"/>
            </a:xfrm>
            <a:prstGeom prst="rect">
              <a:avLst/>
            </a:prstGeom>
            <a:solidFill>
              <a:schemeClr val="bg1">
                <a:lumMod val="85000"/>
                <a:alpha val="66000"/>
              </a:schemeClr>
            </a:solidFill>
            <a:ln>
              <a:solidFill>
                <a:schemeClr val="accent1">
                  <a:shade val="1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23F556B-BA96-9B7C-6F98-257D2818C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4376" y="4583298"/>
              <a:ext cx="477714" cy="1190215"/>
            </a:xfrm>
            <a:prstGeom prst="line">
              <a:avLst/>
            </a:prstGeom>
            <a:ln w="12700"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0BE1089-C602-8884-D72E-422E47E1CF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4467" y="5959072"/>
              <a:ext cx="467623" cy="71849"/>
            </a:xfrm>
            <a:prstGeom prst="line">
              <a:avLst/>
            </a:prstGeom>
            <a:ln w="12700"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乘号 32">
              <a:extLst>
                <a:ext uri="{FF2B5EF4-FFF2-40B4-BE49-F238E27FC236}">
                  <a16:creationId xmlns:a16="http://schemas.microsoft.com/office/drawing/2014/main" id="{C8BAB464-C416-AC70-22B4-EE207B456B94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97310" y="5857702"/>
              <a:ext cx="234211" cy="234211"/>
            </a:xfrm>
            <a:prstGeom prst="mathMultiply">
              <a:avLst>
                <a:gd name="adj1" fmla="val 19190"/>
              </a:avLst>
            </a:prstGeom>
            <a:solidFill>
              <a:srgbClr val="FF000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F4AC39A-3D58-C21C-94AB-B653ADDDC400}"/>
              </a:ext>
            </a:extLst>
          </p:cNvPr>
          <p:cNvGrpSpPr/>
          <p:nvPr/>
        </p:nvGrpSpPr>
        <p:grpSpPr>
          <a:xfrm>
            <a:off x="9210276" y="3712165"/>
            <a:ext cx="1650894" cy="519639"/>
            <a:chOff x="9192768" y="3579171"/>
            <a:chExt cx="1650894" cy="51963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050248A-17A6-3DE8-4F7D-6E2161D6BCD8}"/>
                </a:ext>
              </a:extLst>
            </p:cNvPr>
            <p:cNvSpPr/>
            <p:nvPr/>
          </p:nvSpPr>
          <p:spPr>
            <a:xfrm>
              <a:off x="9192768" y="3579171"/>
              <a:ext cx="1612284" cy="51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文本框 26">
              <a:extLst>
                <a:ext uri="{FF2B5EF4-FFF2-40B4-BE49-F238E27FC236}">
                  <a16:creationId xmlns:a16="http://schemas.microsoft.com/office/drawing/2014/main" id="{5CF8C67C-AAB1-31E3-3622-158577ECE19A}"/>
                </a:ext>
              </a:extLst>
            </p:cNvPr>
            <p:cNvSpPr txBox="1"/>
            <p:nvPr/>
          </p:nvSpPr>
          <p:spPr>
            <a:xfrm>
              <a:off x="9324010" y="3641091"/>
              <a:ext cx="151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反证法证明</a:t>
              </a:r>
            </a:p>
          </p:txBody>
        </p:sp>
      </p:grp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1ACDAE9-4333-F1C0-BD0E-476E0338D9DC}"/>
              </a:ext>
            </a:extLst>
          </p:cNvPr>
          <p:cNvCxnSpPr>
            <a:cxnSpLocks/>
          </p:cNvCxnSpPr>
          <p:nvPr/>
        </p:nvCxnSpPr>
        <p:spPr>
          <a:xfrm>
            <a:off x="8460933" y="3977477"/>
            <a:ext cx="74598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A05E1E08-31C3-41F4-99CB-9FB99573507E}"/>
              </a:ext>
            </a:extLst>
          </p:cNvPr>
          <p:cNvSpPr txBox="1"/>
          <p:nvPr/>
        </p:nvSpPr>
        <p:spPr>
          <a:xfrm>
            <a:off x="9456802" y="4735137"/>
            <a:ext cx="1395875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直径圆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不一定覆盖</a:t>
            </a:r>
          </a:p>
        </p:txBody>
      </p:sp>
    </p:spTree>
    <p:extLst>
      <p:ext uri="{BB962C8B-B14F-4D97-AF65-F5344CB8AC3E}">
        <p14:creationId xmlns:p14="http://schemas.microsoft.com/office/powerpoint/2010/main" val="343271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 166">
            <a:extLst>
              <a:ext uri="{FF2B5EF4-FFF2-40B4-BE49-F238E27FC236}">
                <a16:creationId xmlns:a16="http://schemas.microsoft.com/office/drawing/2014/main" id="{B0880A8F-8949-4CCD-A4BF-33D9ECFB3AA7}"/>
              </a:ext>
            </a:extLst>
          </p:cNvPr>
          <p:cNvSpPr/>
          <p:nvPr/>
        </p:nvSpPr>
        <p:spPr>
          <a:xfrm>
            <a:off x="1215500" y="3462921"/>
            <a:ext cx="1396002" cy="4540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11168509-E920-4973-BDAC-3CB5E6FF2CDB}"/>
              </a:ext>
            </a:extLst>
          </p:cNvPr>
          <p:cNvSpPr/>
          <p:nvPr/>
        </p:nvSpPr>
        <p:spPr>
          <a:xfrm>
            <a:off x="4061135" y="2320966"/>
            <a:ext cx="4194155" cy="170794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27347ED-0B09-4800-AB3D-3D08471F0ACA}"/>
              </a:ext>
            </a:extLst>
          </p:cNvPr>
          <p:cNvSpPr/>
          <p:nvPr/>
        </p:nvSpPr>
        <p:spPr>
          <a:xfrm>
            <a:off x="6219431" y="2906635"/>
            <a:ext cx="1091686" cy="61364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758EA9-E918-4C71-AFF5-25C75BAD1149}"/>
              </a:ext>
            </a:extLst>
          </p:cNvPr>
          <p:cNvSpPr/>
          <p:nvPr/>
        </p:nvSpPr>
        <p:spPr>
          <a:xfrm>
            <a:off x="159771" y="1304693"/>
            <a:ext cx="3778996" cy="467017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F5BA87-34E8-43D0-ADD7-8F913353C80A}"/>
              </a:ext>
            </a:extLst>
          </p:cNvPr>
          <p:cNvSpPr/>
          <p:nvPr/>
        </p:nvSpPr>
        <p:spPr>
          <a:xfrm>
            <a:off x="3924300" y="1304693"/>
            <a:ext cx="4499867" cy="467017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9490DE-A447-46FF-8F45-C86355409337}"/>
              </a:ext>
            </a:extLst>
          </p:cNvPr>
          <p:cNvSpPr/>
          <p:nvPr/>
        </p:nvSpPr>
        <p:spPr>
          <a:xfrm>
            <a:off x="8433257" y="1304693"/>
            <a:ext cx="3608365" cy="19713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AD7A723F-1E21-404B-BC2D-2D45D0B8A8A7}"/>
              </a:ext>
            </a:extLst>
          </p:cNvPr>
          <p:cNvSpPr/>
          <p:nvPr/>
        </p:nvSpPr>
        <p:spPr>
          <a:xfrm>
            <a:off x="277325" y="1844411"/>
            <a:ext cx="1380573" cy="614681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52E5AC-0CA3-4122-A72D-4CE7380DE4BC}"/>
              </a:ext>
            </a:extLst>
          </p:cNvPr>
          <p:cNvSpPr txBox="1"/>
          <p:nvPr/>
        </p:nvSpPr>
        <p:spPr>
          <a:xfrm>
            <a:off x="289025" y="1855766"/>
            <a:ext cx="1404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目标可行域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3679245-2501-4B90-B39D-AE72D4C7EBD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657898" y="2148271"/>
            <a:ext cx="238516" cy="34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9B06B2D-51E2-4F54-8410-BF2E11C55DF3}"/>
              </a:ext>
            </a:extLst>
          </p:cNvPr>
          <p:cNvCxnSpPr/>
          <p:nvPr/>
        </p:nvCxnSpPr>
        <p:spPr>
          <a:xfrm>
            <a:off x="1905851" y="1829870"/>
            <a:ext cx="0" cy="5903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77745AA-5FA0-43C9-8725-50AF570CBA7A}"/>
              </a:ext>
            </a:extLst>
          </p:cNvPr>
          <p:cNvCxnSpPr/>
          <p:nvPr/>
        </p:nvCxnSpPr>
        <p:spPr>
          <a:xfrm>
            <a:off x="1905851" y="1829870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01E5999-D547-4E21-9C26-1C3FA408F1D3}"/>
              </a:ext>
            </a:extLst>
          </p:cNvPr>
          <p:cNvCxnSpPr/>
          <p:nvPr/>
        </p:nvCxnSpPr>
        <p:spPr>
          <a:xfrm>
            <a:off x="1905850" y="2420219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85007ADD-8E43-4745-888B-5CDCCC15E672}"/>
              </a:ext>
            </a:extLst>
          </p:cNvPr>
          <p:cNvSpPr/>
          <p:nvPr/>
        </p:nvSpPr>
        <p:spPr>
          <a:xfrm>
            <a:off x="2122794" y="1611418"/>
            <a:ext cx="1679138" cy="505358"/>
          </a:xfrm>
          <a:prstGeom prst="roundRect">
            <a:avLst>
              <a:gd name="adj" fmla="val 1979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26" name="Rounded Rectangle">
            <a:extLst>
              <a:ext uri="{FF2B5EF4-FFF2-40B4-BE49-F238E27FC236}">
                <a16:creationId xmlns:a16="http://schemas.microsoft.com/office/drawing/2014/main" id="{28AD6E28-4379-49C6-A524-D386E6ECEF0F}"/>
              </a:ext>
            </a:extLst>
          </p:cNvPr>
          <p:cNvSpPr/>
          <p:nvPr/>
        </p:nvSpPr>
        <p:spPr>
          <a:xfrm>
            <a:off x="2122793" y="2193843"/>
            <a:ext cx="1679137" cy="505358"/>
          </a:xfrm>
          <a:prstGeom prst="roundRect">
            <a:avLst>
              <a:gd name="adj" fmla="val 2021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2C02777-402B-4E61-A91D-6F5C2C33C1F5}"/>
              </a:ext>
            </a:extLst>
          </p:cNvPr>
          <p:cNvSpPr txBox="1"/>
          <p:nvPr/>
        </p:nvSpPr>
        <p:spPr>
          <a:xfrm>
            <a:off x="2183218" y="1685076"/>
            <a:ext cx="1591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首次观测信息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B5EE6ED-B4D3-462B-899A-65F1AB367DD9}"/>
                  </a:ext>
                </a:extLst>
              </p:cNvPr>
              <p:cNvSpPr txBox="1"/>
              <p:nvPr/>
            </p:nvSpPr>
            <p:spPr>
              <a:xfrm>
                <a:off x="2214829" y="2272859"/>
                <a:ext cx="15370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±</m:t>
                    </m:r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e>
                      <m:sup>
                        <m:r>
                          <a:rPr kumimoji="0" lang="en-US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示向误差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B5EE6ED-B4D3-462B-899A-65F1AB367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829" y="2272859"/>
                <a:ext cx="1537075" cy="369332"/>
              </a:xfrm>
              <a:prstGeom prst="rect">
                <a:avLst/>
              </a:prstGeom>
              <a:blipFill>
                <a:blip r:embed="rId3"/>
                <a:stretch>
                  <a:fillRect t="-13333" r="-794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5E4D9FAB-B5DA-4BB5-8DFA-244FF38AC0A9}"/>
              </a:ext>
            </a:extLst>
          </p:cNvPr>
          <p:cNvSpPr txBox="1"/>
          <p:nvPr/>
        </p:nvSpPr>
        <p:spPr>
          <a:xfrm>
            <a:off x="900693" y="5506518"/>
            <a:ext cx="264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第一步：可行域与约束</a:t>
            </a:r>
          </a:p>
        </p:txBody>
      </p:sp>
      <p:sp>
        <p:nvSpPr>
          <p:cNvPr id="50" name="Rounded Rectangle">
            <a:extLst>
              <a:ext uri="{FF2B5EF4-FFF2-40B4-BE49-F238E27FC236}">
                <a16:creationId xmlns:a16="http://schemas.microsoft.com/office/drawing/2014/main" id="{65D63436-946F-46D3-9270-91DBE66529EB}"/>
              </a:ext>
            </a:extLst>
          </p:cNvPr>
          <p:cNvSpPr/>
          <p:nvPr/>
        </p:nvSpPr>
        <p:spPr>
          <a:xfrm>
            <a:off x="5305792" y="1510829"/>
            <a:ext cx="1842830" cy="524987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D3283AC-E548-41E2-861C-838C82E7AD30}"/>
              </a:ext>
            </a:extLst>
          </p:cNvPr>
          <p:cNvSpPr txBox="1"/>
          <p:nvPr/>
        </p:nvSpPr>
        <p:spPr>
          <a:xfrm>
            <a:off x="5443647" y="1598472"/>
            <a:ext cx="158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连续区域积分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17F2FFF-2B01-47B1-AB37-E00197D4CB0C}"/>
              </a:ext>
            </a:extLst>
          </p:cNvPr>
          <p:cNvCxnSpPr>
            <a:cxnSpLocks/>
          </p:cNvCxnSpPr>
          <p:nvPr/>
        </p:nvCxnSpPr>
        <p:spPr>
          <a:xfrm>
            <a:off x="6230781" y="2040483"/>
            <a:ext cx="0" cy="1581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48B5F2BC-4AF0-4F3F-80AD-587ED169CD8D}"/>
              </a:ext>
            </a:extLst>
          </p:cNvPr>
          <p:cNvCxnSpPr>
            <a:cxnSpLocks/>
          </p:cNvCxnSpPr>
          <p:nvPr/>
        </p:nvCxnSpPr>
        <p:spPr>
          <a:xfrm flipV="1">
            <a:off x="4441111" y="2204108"/>
            <a:ext cx="3467937" cy="92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7F642D1-CB16-4BEA-80A3-9747FFFE1972}"/>
              </a:ext>
            </a:extLst>
          </p:cNvPr>
          <p:cNvCxnSpPr>
            <a:cxnSpLocks/>
          </p:cNvCxnSpPr>
          <p:nvPr/>
        </p:nvCxnSpPr>
        <p:spPr>
          <a:xfrm>
            <a:off x="4445075" y="2212847"/>
            <a:ext cx="0" cy="275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8FE9D81B-D662-48E2-8ACF-10682C76A14C}"/>
              </a:ext>
            </a:extLst>
          </p:cNvPr>
          <p:cNvSpPr/>
          <p:nvPr/>
        </p:nvSpPr>
        <p:spPr>
          <a:xfrm>
            <a:off x="4182542" y="2493199"/>
            <a:ext cx="532049" cy="1440516"/>
          </a:xfrm>
          <a:prstGeom prst="rect">
            <a:avLst/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39AFF88-9989-4256-9503-75239696530A}"/>
              </a:ext>
            </a:extLst>
          </p:cNvPr>
          <p:cNvSpPr txBox="1"/>
          <p:nvPr/>
        </p:nvSpPr>
        <p:spPr>
          <a:xfrm>
            <a:off x="4215333" y="2596982"/>
            <a:ext cx="461665" cy="12374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深度权重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A9CA44E-4140-4F1B-9356-C21EE835CC88}"/>
              </a:ext>
            </a:extLst>
          </p:cNvPr>
          <p:cNvCxnSpPr>
            <a:cxnSpLocks/>
            <a:stCxn id="65" idx="3"/>
            <a:endCxn id="80" idx="1"/>
          </p:cNvCxnSpPr>
          <p:nvPr/>
        </p:nvCxnSpPr>
        <p:spPr>
          <a:xfrm flipV="1">
            <a:off x="4714591" y="3213456"/>
            <a:ext cx="276644" cy="1"/>
          </a:xfrm>
          <a:prstGeom prst="line">
            <a:avLst/>
          </a:prstGeom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C54FAC43-668A-47E5-A104-44A536D98E9A}"/>
              </a:ext>
            </a:extLst>
          </p:cNvPr>
          <p:cNvSpPr/>
          <p:nvPr/>
        </p:nvSpPr>
        <p:spPr>
          <a:xfrm>
            <a:off x="4991235" y="2906963"/>
            <a:ext cx="1091686" cy="61298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B5C84F43-5DB6-4586-92E2-3FEAE0654188}"/>
              </a:ext>
            </a:extLst>
          </p:cNvPr>
          <p:cNvCxnSpPr>
            <a:cxnSpLocks/>
          </p:cNvCxnSpPr>
          <p:nvPr/>
        </p:nvCxnSpPr>
        <p:spPr>
          <a:xfrm>
            <a:off x="7909048" y="2204108"/>
            <a:ext cx="0" cy="2838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73A33E8C-3CC5-448E-89BC-9058FB79378C}"/>
              </a:ext>
            </a:extLst>
          </p:cNvPr>
          <p:cNvSpPr/>
          <p:nvPr/>
        </p:nvSpPr>
        <p:spPr>
          <a:xfrm>
            <a:off x="7613853" y="2493198"/>
            <a:ext cx="555546" cy="1440517"/>
          </a:xfrm>
          <a:prstGeom prst="rect">
            <a:avLst/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75C8395-7315-4DDD-AFEB-D262F8972E03}"/>
              </a:ext>
            </a:extLst>
          </p:cNvPr>
          <p:cNvSpPr txBox="1"/>
          <p:nvPr/>
        </p:nvSpPr>
        <p:spPr>
          <a:xfrm>
            <a:off x="7653739" y="2487919"/>
            <a:ext cx="461665" cy="1392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位置误差型</a:t>
            </a:r>
          </a:p>
        </p:txBody>
      </p:sp>
      <p:sp>
        <p:nvSpPr>
          <p:cNvPr id="108" name="Rounded Rectangle">
            <a:extLst>
              <a:ext uri="{FF2B5EF4-FFF2-40B4-BE49-F238E27FC236}">
                <a16:creationId xmlns:a16="http://schemas.microsoft.com/office/drawing/2014/main" id="{B45CABDB-D6C1-4026-8964-A903139B3BCC}"/>
              </a:ext>
            </a:extLst>
          </p:cNvPr>
          <p:cNvSpPr/>
          <p:nvPr/>
        </p:nvSpPr>
        <p:spPr>
          <a:xfrm>
            <a:off x="4123407" y="4702779"/>
            <a:ext cx="2041316" cy="595647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206F97E-BFA9-4455-92FD-14ABE58D6D7B}"/>
              </a:ext>
            </a:extLst>
          </p:cNvPr>
          <p:cNvSpPr txBox="1"/>
          <p:nvPr/>
        </p:nvSpPr>
        <p:spPr>
          <a:xfrm>
            <a:off x="4140031" y="4699849"/>
            <a:ext cx="205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第二最优检测位置</a:t>
            </a:r>
          </a:p>
        </p:txBody>
      </p:sp>
      <p:sp>
        <p:nvSpPr>
          <p:cNvPr id="115" name="Rounded Rectangle">
            <a:extLst>
              <a:ext uri="{FF2B5EF4-FFF2-40B4-BE49-F238E27FC236}">
                <a16:creationId xmlns:a16="http://schemas.microsoft.com/office/drawing/2014/main" id="{F1552CA6-D823-4325-8AFC-7B793DD2526E}"/>
              </a:ext>
            </a:extLst>
          </p:cNvPr>
          <p:cNvSpPr/>
          <p:nvPr/>
        </p:nvSpPr>
        <p:spPr>
          <a:xfrm>
            <a:off x="6512778" y="4757734"/>
            <a:ext cx="1622747" cy="505358"/>
          </a:xfrm>
          <a:prstGeom prst="roundRect">
            <a:avLst>
              <a:gd name="adj" fmla="val 23148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D2F0DCC-410D-4654-B27E-0017B86430A5}"/>
              </a:ext>
            </a:extLst>
          </p:cNvPr>
          <p:cNvSpPr txBox="1"/>
          <p:nvPr/>
        </p:nvSpPr>
        <p:spPr>
          <a:xfrm>
            <a:off x="6665285" y="4757733"/>
            <a:ext cx="135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最优参考值</a:t>
            </a:r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E356B5EE-46F3-4F76-9C2A-602F98C342B6}"/>
              </a:ext>
            </a:extLst>
          </p:cNvPr>
          <p:cNvCxnSpPr>
            <a:cxnSpLocks/>
            <a:endCxn id="115" idx="1"/>
          </p:cNvCxnSpPr>
          <p:nvPr/>
        </p:nvCxnSpPr>
        <p:spPr>
          <a:xfrm flipV="1">
            <a:off x="6162957" y="5010413"/>
            <a:ext cx="349821" cy="26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FCF96F82-DD74-4CA4-ABE7-EE89B4FD1F69}"/>
              </a:ext>
            </a:extLst>
          </p:cNvPr>
          <p:cNvSpPr txBox="1"/>
          <p:nvPr/>
        </p:nvSpPr>
        <p:spPr>
          <a:xfrm>
            <a:off x="4976162" y="5494680"/>
            <a:ext cx="270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第二步：加权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DOP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选址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36F18D5-E8FA-41E0-9AAB-6396A5BBEC42}"/>
              </a:ext>
            </a:extLst>
          </p:cNvPr>
          <p:cNvSpPr/>
          <p:nvPr/>
        </p:nvSpPr>
        <p:spPr>
          <a:xfrm>
            <a:off x="8434954" y="3277354"/>
            <a:ext cx="3606667" cy="26975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9B94677-89DE-4B11-952A-BFE2A9DE6A6B}"/>
              </a:ext>
            </a:extLst>
          </p:cNvPr>
          <p:cNvSpPr txBox="1"/>
          <p:nvPr/>
        </p:nvSpPr>
        <p:spPr>
          <a:xfrm>
            <a:off x="8979782" y="1476259"/>
            <a:ext cx="252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第三步：候选区域构建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AC3FA1F-F889-4414-935B-296EFE08CCF1}"/>
              </a:ext>
            </a:extLst>
          </p:cNvPr>
          <p:cNvSpPr txBox="1"/>
          <p:nvPr/>
        </p:nvSpPr>
        <p:spPr>
          <a:xfrm>
            <a:off x="9002157" y="5499136"/>
            <a:ext cx="234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第四步：敏感性分析</a:t>
            </a:r>
          </a:p>
        </p:txBody>
      </p:sp>
      <p:sp>
        <p:nvSpPr>
          <p:cNvPr id="126" name="Rounded Rectangle">
            <a:extLst>
              <a:ext uri="{FF2B5EF4-FFF2-40B4-BE49-F238E27FC236}">
                <a16:creationId xmlns:a16="http://schemas.microsoft.com/office/drawing/2014/main" id="{BAD183D1-2772-4A7C-9E5B-85E1F821DE76}"/>
              </a:ext>
            </a:extLst>
          </p:cNvPr>
          <p:cNvSpPr/>
          <p:nvPr/>
        </p:nvSpPr>
        <p:spPr>
          <a:xfrm>
            <a:off x="8512633" y="2154797"/>
            <a:ext cx="1730422" cy="925938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BF8C95C-A3C6-4CAD-AB0C-35E377B22A12}"/>
              </a:ext>
            </a:extLst>
          </p:cNvPr>
          <p:cNvSpPr txBox="1"/>
          <p:nvPr/>
        </p:nvSpPr>
        <p:spPr>
          <a:xfrm>
            <a:off x="8662616" y="2222665"/>
            <a:ext cx="1416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近优水平集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E0FFA8E7-147F-4849-BF70-04852F80629B}"/>
              </a:ext>
            </a:extLst>
          </p:cNvPr>
          <p:cNvCxnSpPr>
            <a:cxnSpLocks/>
          </p:cNvCxnSpPr>
          <p:nvPr/>
        </p:nvCxnSpPr>
        <p:spPr>
          <a:xfrm>
            <a:off x="10229001" y="2615802"/>
            <a:ext cx="2485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7CA50F2B-E3E6-467F-A339-3738C8BAE048}"/>
              </a:ext>
            </a:extLst>
          </p:cNvPr>
          <p:cNvCxnSpPr/>
          <p:nvPr/>
        </p:nvCxnSpPr>
        <p:spPr>
          <a:xfrm>
            <a:off x="10477590" y="2287946"/>
            <a:ext cx="0" cy="5903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01F1D764-09D5-4294-8BEA-7FD2A2C33E82}"/>
              </a:ext>
            </a:extLst>
          </p:cNvPr>
          <p:cNvCxnSpPr/>
          <p:nvPr/>
        </p:nvCxnSpPr>
        <p:spPr>
          <a:xfrm>
            <a:off x="10477590" y="2287946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5156817-46FF-4D8E-BE1C-357762E98335}"/>
              </a:ext>
            </a:extLst>
          </p:cNvPr>
          <p:cNvCxnSpPr/>
          <p:nvPr/>
        </p:nvCxnSpPr>
        <p:spPr>
          <a:xfrm>
            <a:off x="10477589" y="2878295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">
            <a:extLst>
              <a:ext uri="{FF2B5EF4-FFF2-40B4-BE49-F238E27FC236}">
                <a16:creationId xmlns:a16="http://schemas.microsoft.com/office/drawing/2014/main" id="{96A68360-DA1D-41C0-BFDE-E5786C136AC4}"/>
              </a:ext>
            </a:extLst>
          </p:cNvPr>
          <p:cNvSpPr/>
          <p:nvPr/>
        </p:nvSpPr>
        <p:spPr>
          <a:xfrm>
            <a:off x="10694533" y="2069494"/>
            <a:ext cx="1235687" cy="464834"/>
          </a:xfrm>
          <a:prstGeom prst="roundRect">
            <a:avLst>
              <a:gd name="adj" fmla="val 16968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33" name="Rounded Rectangle">
            <a:extLst>
              <a:ext uri="{FF2B5EF4-FFF2-40B4-BE49-F238E27FC236}">
                <a16:creationId xmlns:a16="http://schemas.microsoft.com/office/drawing/2014/main" id="{F95A63BB-9E35-4CA8-8028-157709EE9A96}"/>
              </a:ext>
            </a:extLst>
          </p:cNvPr>
          <p:cNvSpPr/>
          <p:nvPr/>
        </p:nvSpPr>
        <p:spPr>
          <a:xfrm>
            <a:off x="10694531" y="2715779"/>
            <a:ext cx="1235685" cy="372145"/>
          </a:xfrm>
          <a:prstGeom prst="roundRect">
            <a:avLst>
              <a:gd name="adj" fmla="val 20837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BFB388E-1279-4D57-897B-59BE7C152B0D}"/>
                  </a:ext>
                </a:extLst>
              </p:cNvPr>
              <p:cNvSpPr txBox="1"/>
              <p:nvPr/>
            </p:nvSpPr>
            <p:spPr>
              <a:xfrm>
                <a:off x="10754715" y="2130369"/>
                <a:ext cx="12193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相对容差</a:t>
                </a:r>
                <a14:m>
                  <m:oMath xmlns:m="http://schemas.openxmlformats.org/officeDocument/2006/math">
                    <m:r>
                      <a:rPr kumimoji="0" lang="en-US" altLang="zh-CN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 </m:t>
                    </m:r>
                    <m:r>
                      <a:rPr kumimoji="0" lang="zh-CN" alt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𝜏</m:t>
                    </m:r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BFB388E-1279-4D57-897B-59BE7C152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715" y="2130369"/>
                <a:ext cx="1219362" cy="338554"/>
              </a:xfrm>
              <a:prstGeom prst="rect">
                <a:avLst/>
              </a:prstGeom>
              <a:blipFill>
                <a:blip r:embed="rId4"/>
                <a:stretch>
                  <a:fillRect l="-2500"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75F2D286-6095-421E-944D-9E113C0757B8}"/>
                  </a:ext>
                </a:extLst>
              </p:cNvPr>
              <p:cNvSpPr txBox="1"/>
              <p:nvPr/>
            </p:nvSpPr>
            <p:spPr>
              <a:xfrm>
                <a:off x="10739590" y="2725253"/>
                <a:ext cx="12193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候选区域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𝜏</m:t>
                        </m:r>
                      </m:sub>
                    </m:sSub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75F2D286-6095-421E-944D-9E113C075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9590" y="2725253"/>
                <a:ext cx="1219362" cy="338554"/>
              </a:xfrm>
              <a:prstGeom prst="rect">
                <a:avLst/>
              </a:prstGeom>
              <a:blipFill>
                <a:blip r:embed="rId5"/>
                <a:stretch>
                  <a:fillRect l="-3000"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ounded Rectangle">
            <a:extLst>
              <a:ext uri="{FF2B5EF4-FFF2-40B4-BE49-F238E27FC236}">
                <a16:creationId xmlns:a16="http://schemas.microsoft.com/office/drawing/2014/main" id="{C1020C8E-C4D7-4443-91ED-CD9CAF112DA6}"/>
              </a:ext>
            </a:extLst>
          </p:cNvPr>
          <p:cNvSpPr/>
          <p:nvPr/>
        </p:nvSpPr>
        <p:spPr>
          <a:xfrm>
            <a:off x="8530198" y="3973649"/>
            <a:ext cx="1456457" cy="781755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6C570562-B6B2-48C5-87B1-63B748F2E97B}"/>
              </a:ext>
            </a:extLst>
          </p:cNvPr>
          <p:cNvSpPr txBox="1"/>
          <p:nvPr/>
        </p:nvSpPr>
        <p:spPr>
          <a:xfrm>
            <a:off x="8550068" y="4179860"/>
            <a:ext cx="1416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稳定性评价</a:t>
            </a:r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D981EB95-9102-41D8-ABB3-F1C5E43145BC}"/>
              </a:ext>
            </a:extLst>
          </p:cNvPr>
          <p:cNvCxnSpPr>
            <a:cxnSpLocks/>
          </p:cNvCxnSpPr>
          <p:nvPr/>
        </p:nvCxnSpPr>
        <p:spPr>
          <a:xfrm flipH="1">
            <a:off x="10229769" y="4150078"/>
            <a:ext cx="1" cy="6164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043F4B79-0C7B-4A15-A9CC-70F973DAC930}"/>
              </a:ext>
            </a:extLst>
          </p:cNvPr>
          <p:cNvCxnSpPr/>
          <p:nvPr/>
        </p:nvCxnSpPr>
        <p:spPr>
          <a:xfrm>
            <a:off x="10229770" y="4150078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">
            <a:extLst>
              <a:ext uri="{FF2B5EF4-FFF2-40B4-BE49-F238E27FC236}">
                <a16:creationId xmlns:a16="http://schemas.microsoft.com/office/drawing/2014/main" id="{10E18E1D-038D-413A-8794-640B50A6D6A5}"/>
              </a:ext>
            </a:extLst>
          </p:cNvPr>
          <p:cNvSpPr/>
          <p:nvPr/>
        </p:nvSpPr>
        <p:spPr>
          <a:xfrm>
            <a:off x="10354573" y="3841556"/>
            <a:ext cx="1562861" cy="476834"/>
          </a:xfrm>
          <a:prstGeom prst="roundRect">
            <a:avLst>
              <a:gd name="adj" fmla="val 20836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41" name="Rounded Rectangle">
            <a:extLst>
              <a:ext uri="{FF2B5EF4-FFF2-40B4-BE49-F238E27FC236}">
                <a16:creationId xmlns:a16="http://schemas.microsoft.com/office/drawing/2014/main" id="{9C8C7945-C450-4E8A-9CF4-E57E43BDFF49}"/>
              </a:ext>
            </a:extLst>
          </p:cNvPr>
          <p:cNvSpPr/>
          <p:nvPr/>
        </p:nvSpPr>
        <p:spPr>
          <a:xfrm>
            <a:off x="10446711" y="4577911"/>
            <a:ext cx="1470721" cy="427720"/>
          </a:xfrm>
          <a:prstGeom prst="roundRect">
            <a:avLst>
              <a:gd name="adj" fmla="val 21412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27DE104A-4188-4C05-B53E-9A94DF8FD41D}"/>
                  </a:ext>
                </a:extLst>
              </p:cNvPr>
              <p:cNvSpPr txBox="1"/>
              <p:nvPr/>
            </p:nvSpPr>
            <p:spPr>
              <a:xfrm>
                <a:off x="10318236" y="3905172"/>
                <a:ext cx="17013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权重参数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𝜔</m:t>
                        </m:r>
                      </m:sub>
                    </m:sSub>
                  </m:oMath>
                </a14:m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p</m:t>
                        </m:r>
                      </m:e>
                      <m:sub>
                        <m:r>
                          <a:rPr kumimoji="0" lang="zh-CN" alt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𝜔</m:t>
                        </m:r>
                      </m:sub>
                    </m:sSub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27DE104A-4188-4C05-B53E-9A94DF8FD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236" y="3905172"/>
                <a:ext cx="1701333" cy="338554"/>
              </a:xfrm>
              <a:prstGeom prst="rect">
                <a:avLst/>
              </a:prstGeom>
              <a:blipFill>
                <a:blip r:embed="rId6"/>
                <a:stretch>
                  <a:fillRect l="-2151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486D566-FD8F-46A3-B3D2-7B9C36AB4064}"/>
                  </a:ext>
                </a:extLst>
              </p:cNvPr>
              <p:cNvSpPr txBox="1"/>
              <p:nvPr/>
            </p:nvSpPr>
            <p:spPr>
              <a:xfrm>
                <a:off x="10638735" y="4622494"/>
                <a:ext cx="1207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相对容差</a:t>
                </a:r>
                <a14:m>
                  <m:oMath xmlns:m="http://schemas.openxmlformats.org/officeDocument/2006/math">
                    <m:r>
                      <a:rPr kumimoji="0" lang="zh-CN" alt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𝜏</m:t>
                    </m:r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486D566-FD8F-46A3-B3D2-7B9C36AB4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735" y="4622494"/>
                <a:ext cx="1207865" cy="338554"/>
              </a:xfrm>
              <a:prstGeom prst="rect">
                <a:avLst/>
              </a:prstGeom>
              <a:blipFill>
                <a:blip r:embed="rId7"/>
                <a:stretch>
                  <a:fillRect l="-2525"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BDFF600A-5177-4136-8A85-1E212A6D9994}"/>
              </a:ext>
            </a:extLst>
          </p:cNvPr>
          <p:cNvCxnSpPr>
            <a:cxnSpLocks/>
          </p:cNvCxnSpPr>
          <p:nvPr/>
        </p:nvCxnSpPr>
        <p:spPr>
          <a:xfrm>
            <a:off x="9981181" y="4414387"/>
            <a:ext cx="2485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93583154-44FC-427E-8C9F-A38A479AA17D}"/>
              </a:ext>
            </a:extLst>
          </p:cNvPr>
          <p:cNvCxnSpPr>
            <a:cxnSpLocks/>
          </p:cNvCxnSpPr>
          <p:nvPr/>
        </p:nvCxnSpPr>
        <p:spPr>
          <a:xfrm>
            <a:off x="10225519" y="4765185"/>
            <a:ext cx="211993" cy="2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94FA235-EB0F-4AB6-BDF6-52BC43DE9BE2}"/>
                  </a:ext>
                </a:extLst>
              </p:cNvPr>
              <p:cNvSpPr txBox="1"/>
              <p:nvPr/>
            </p:nvSpPr>
            <p:spPr>
              <a:xfrm>
                <a:off x="8369902" y="2587477"/>
                <a:ext cx="19482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𝐽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(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𝑃</m:t>
                      </m:r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+mn-cs"/>
                        </a:rPr>
                        <m:t>)≤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1+</m:t>
                          </m:r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𝜏</m:t>
                          </m:r>
                        </m:e>
                      </m:d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𝐽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0" lang="zh-CN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94FA235-EB0F-4AB6-BDF6-52BC43DE9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902" y="2587477"/>
                <a:ext cx="1948274" cy="338554"/>
              </a:xfrm>
              <a:prstGeom prst="rect">
                <a:avLst/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DDFCF84F-444E-4AAD-AA2E-23229C46B196}"/>
              </a:ext>
            </a:extLst>
          </p:cNvPr>
          <p:cNvSpPr/>
          <p:nvPr/>
        </p:nvSpPr>
        <p:spPr>
          <a:xfrm>
            <a:off x="10603447" y="3395531"/>
            <a:ext cx="1007701" cy="3550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选址变化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FC1BED9-510B-46E1-A40E-908BEA4666C4}"/>
              </a:ext>
            </a:extLst>
          </p:cNvPr>
          <p:cNvSpPr/>
          <p:nvPr/>
        </p:nvSpPr>
        <p:spPr>
          <a:xfrm>
            <a:off x="10603447" y="5098566"/>
            <a:ext cx="1007701" cy="323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区域变化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DA29405-FA07-4E9C-A37F-09567DBA8AAC}"/>
                  </a:ext>
                </a:extLst>
              </p:cNvPr>
              <p:cNvSpPr txBox="1"/>
              <p:nvPr/>
            </p:nvSpPr>
            <p:spPr>
              <a:xfrm>
                <a:off x="4140491" y="3582770"/>
                <a:ext cx="5598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𝑤</m:t>
                      </m:r>
                      <m:d>
                        <m:d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DA29405-FA07-4E9C-A37F-09567DBA8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491" y="3582770"/>
                <a:ext cx="55986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41294469-0A99-4F13-99BE-5DF24FF7A694}"/>
              </a:ext>
            </a:extLst>
          </p:cNvPr>
          <p:cNvSpPr txBox="1"/>
          <p:nvPr/>
        </p:nvSpPr>
        <p:spPr>
          <a:xfrm>
            <a:off x="4982145" y="2874753"/>
            <a:ext cx="1118518" cy="649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区域边界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深度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1DC2089-3E65-4A67-9779-BB683DD06248}"/>
              </a:ext>
            </a:extLst>
          </p:cNvPr>
          <p:cNvSpPr txBox="1"/>
          <p:nvPr/>
        </p:nvSpPr>
        <p:spPr>
          <a:xfrm>
            <a:off x="7613857" y="3631461"/>
            <a:ext cx="74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DOP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D7916-C5E7-49D4-93E1-808561B14148}"/>
              </a:ext>
            </a:extLst>
          </p:cNvPr>
          <p:cNvSpPr txBox="1"/>
          <p:nvPr/>
        </p:nvSpPr>
        <p:spPr>
          <a:xfrm>
            <a:off x="6207848" y="2869129"/>
            <a:ext cx="1106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距离与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交会角</a:t>
            </a:r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339C63CE-FCAA-445A-AC03-7CA553742D9B}"/>
              </a:ext>
            </a:extLst>
          </p:cNvPr>
          <p:cNvCxnSpPr>
            <a:cxnSpLocks/>
            <a:stCxn id="147" idx="3"/>
            <a:endCxn id="90" idx="1"/>
          </p:cNvCxnSpPr>
          <p:nvPr/>
        </p:nvCxnSpPr>
        <p:spPr>
          <a:xfrm>
            <a:off x="7311117" y="3213457"/>
            <a:ext cx="302736" cy="0"/>
          </a:xfrm>
          <a:prstGeom prst="line">
            <a:avLst/>
          </a:prstGeom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9" name="箭头: 右 148">
            <a:extLst>
              <a:ext uri="{FF2B5EF4-FFF2-40B4-BE49-F238E27FC236}">
                <a16:creationId xmlns:a16="http://schemas.microsoft.com/office/drawing/2014/main" id="{4A0EBB74-B6B9-4547-9244-E782A4B85640}"/>
              </a:ext>
            </a:extLst>
          </p:cNvPr>
          <p:cNvSpPr/>
          <p:nvPr/>
        </p:nvSpPr>
        <p:spPr>
          <a:xfrm rot="5400000">
            <a:off x="5766634" y="4009491"/>
            <a:ext cx="998040" cy="480291"/>
          </a:xfrm>
          <a:prstGeom prst="rightArrow">
            <a:avLst>
              <a:gd name="adj1" fmla="val 40478"/>
              <a:gd name="adj2" fmla="val 5749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E8E1746-7876-4041-B589-EAA41E95396B}"/>
              </a:ext>
            </a:extLst>
          </p:cNvPr>
          <p:cNvSpPr txBox="1"/>
          <p:nvPr/>
        </p:nvSpPr>
        <p:spPr>
          <a:xfrm>
            <a:off x="6369154" y="4077569"/>
            <a:ext cx="122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连续优化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8285AAA6-811F-4250-BDE8-D69D046B5784}"/>
              </a:ext>
            </a:extLst>
          </p:cNvPr>
          <p:cNvSpPr txBox="1"/>
          <p:nvPr/>
        </p:nvSpPr>
        <p:spPr>
          <a:xfrm>
            <a:off x="5423235" y="4088028"/>
            <a:ext cx="666313" cy="37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约束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D448C544-B025-4D76-86D7-A92FAC525944}"/>
                  </a:ext>
                </a:extLst>
              </p:cNvPr>
              <p:cNvSpPr txBox="1"/>
              <p:nvPr/>
            </p:nvSpPr>
            <p:spPr>
              <a:xfrm>
                <a:off x="4886703" y="4966528"/>
                <a:ext cx="5598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D448C544-B025-4D76-86D7-A92FAC525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703" y="4966528"/>
                <a:ext cx="55986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28170E47-F065-4D4C-84B5-244F87A6FE29}"/>
                  </a:ext>
                </a:extLst>
              </p:cNvPr>
              <p:cNvSpPr txBox="1"/>
              <p:nvPr/>
            </p:nvSpPr>
            <p:spPr>
              <a:xfrm>
                <a:off x="7091675" y="4966518"/>
                <a:ext cx="559863" cy="351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𝐽</m:t>
                          </m:r>
                        </m:e>
                        <m:sup>
                          <m:r>
                            <a:rPr kumimoji="0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28170E47-F065-4D4C-84B5-244F87A6F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675" y="4966518"/>
                <a:ext cx="559863" cy="351891"/>
              </a:xfrm>
              <a:prstGeom prst="rect">
                <a:avLst/>
              </a:prstGeom>
              <a:blipFill>
                <a:blip r:embed="rId1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ounded Rectangle">
            <a:extLst>
              <a:ext uri="{FF2B5EF4-FFF2-40B4-BE49-F238E27FC236}">
                <a16:creationId xmlns:a16="http://schemas.microsoft.com/office/drawing/2014/main" id="{48B8F054-E104-483E-92AA-924ED0B6D333}"/>
              </a:ext>
            </a:extLst>
          </p:cNvPr>
          <p:cNvSpPr/>
          <p:nvPr/>
        </p:nvSpPr>
        <p:spPr>
          <a:xfrm>
            <a:off x="309273" y="2831840"/>
            <a:ext cx="3454610" cy="524987"/>
          </a:xfrm>
          <a:prstGeom prst="roundRect">
            <a:avLst>
              <a:gd name="adj" fmla="val 11204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0C028C9-E7E0-4FF5-B039-70DBA25DADE3}"/>
              </a:ext>
            </a:extLst>
          </p:cNvPr>
          <p:cNvSpPr txBox="1"/>
          <p:nvPr/>
        </p:nvSpPr>
        <p:spPr>
          <a:xfrm>
            <a:off x="614237" y="2909667"/>
            <a:ext cx="282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对全部可能目标保证接收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E396B00-BC50-4382-86D1-EF0A7C7504B4}"/>
                  </a:ext>
                </a:extLst>
              </p:cNvPr>
              <p:cNvSpPr txBox="1"/>
              <p:nvPr/>
            </p:nvSpPr>
            <p:spPr>
              <a:xfrm>
                <a:off x="749761" y="2116776"/>
                <a:ext cx="5084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l-GR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l-GR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Ω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E396B00-BC50-4382-86D1-EF0A7C750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61" y="2116776"/>
                <a:ext cx="50846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Rounded Rectangle">
            <a:extLst>
              <a:ext uri="{FF2B5EF4-FFF2-40B4-BE49-F238E27FC236}">
                <a16:creationId xmlns:a16="http://schemas.microsoft.com/office/drawing/2014/main" id="{563306E3-9D1C-4BAE-9E92-E822D111CF3C}"/>
              </a:ext>
            </a:extLst>
          </p:cNvPr>
          <p:cNvSpPr/>
          <p:nvPr/>
        </p:nvSpPr>
        <p:spPr>
          <a:xfrm>
            <a:off x="853683" y="4810731"/>
            <a:ext cx="2177931" cy="514658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ACE31CEA-E862-4B03-B2CC-851663F701E6}"/>
              </a:ext>
            </a:extLst>
          </p:cNvPr>
          <p:cNvSpPr txBox="1"/>
          <p:nvPr/>
        </p:nvSpPr>
        <p:spPr>
          <a:xfrm>
            <a:off x="1376537" y="3493365"/>
            <a:ext cx="1106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接收上界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E6961A30-9833-48AE-BB6E-93048EC3DBA9}"/>
              </a:ext>
            </a:extLst>
          </p:cNvPr>
          <p:cNvSpPr/>
          <p:nvPr/>
        </p:nvSpPr>
        <p:spPr>
          <a:xfrm>
            <a:off x="725482" y="4081860"/>
            <a:ext cx="2473495" cy="4540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C151FB8A-A400-48CF-A116-19867D72A0A5}"/>
              </a:ext>
            </a:extLst>
          </p:cNvPr>
          <p:cNvSpPr txBox="1"/>
          <p:nvPr/>
        </p:nvSpPr>
        <p:spPr>
          <a:xfrm>
            <a:off x="866787" y="4122336"/>
            <a:ext cx="2109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观测相容最小半径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2BE982E6-B32B-4D17-9DC0-B709A042C744}"/>
                  </a:ext>
                </a:extLst>
              </p:cNvPr>
              <p:cNvSpPr txBox="1"/>
              <p:nvPr/>
            </p:nvSpPr>
            <p:spPr>
              <a:xfrm>
                <a:off x="1096798" y="4881074"/>
                <a:ext cx="22589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接收可行域</a:t>
                </a:r>
                <a14:m>
                  <m:oMath xmlns:m="http://schemas.openxmlformats.org/officeDocument/2006/math"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sSub>
                      <m:sSubPr>
                        <m:ctrlPr>
                          <a:rPr kumimoji="0" lang="el-GR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l-GR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Ω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2BE982E6-B32B-4D17-9DC0-B709A042C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798" y="4881074"/>
                <a:ext cx="2258981" cy="369332"/>
              </a:xfrm>
              <a:prstGeom prst="rect">
                <a:avLst/>
              </a:prstGeom>
              <a:blipFill>
                <a:blip r:embed="rId13"/>
                <a:stretch>
                  <a:fillRect l="-2432" t="-15000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7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50597F70-47C6-4D90-AA6F-BFDA1815B6A1}"/>
              </a:ext>
            </a:extLst>
          </p:cNvPr>
          <p:cNvCxnSpPr>
            <a:cxnSpLocks/>
          </p:cNvCxnSpPr>
          <p:nvPr/>
        </p:nvCxnSpPr>
        <p:spPr>
          <a:xfrm>
            <a:off x="4215538" y="5436758"/>
            <a:ext cx="0" cy="275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3DAC7359-09CF-4332-807B-B1627DB6E8D6}"/>
              </a:ext>
            </a:extLst>
          </p:cNvPr>
          <p:cNvCxnSpPr>
            <a:cxnSpLocks/>
          </p:cNvCxnSpPr>
          <p:nvPr/>
        </p:nvCxnSpPr>
        <p:spPr>
          <a:xfrm>
            <a:off x="6020962" y="5442228"/>
            <a:ext cx="0" cy="2838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2B9B549B-AF3E-4334-9E38-4D03AFEF0384}"/>
              </a:ext>
            </a:extLst>
          </p:cNvPr>
          <p:cNvSpPr/>
          <p:nvPr/>
        </p:nvSpPr>
        <p:spPr>
          <a:xfrm>
            <a:off x="8306852" y="2525160"/>
            <a:ext cx="3630828" cy="120184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F5BA87-34E8-43D0-ADD7-8F913353C80A}"/>
              </a:ext>
            </a:extLst>
          </p:cNvPr>
          <p:cNvSpPr/>
          <p:nvPr/>
        </p:nvSpPr>
        <p:spPr>
          <a:xfrm>
            <a:off x="3870042" y="774004"/>
            <a:ext cx="4330037" cy="31311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520C763-54EA-4E90-90AD-BAE16BB47B67}"/>
              </a:ext>
            </a:extLst>
          </p:cNvPr>
          <p:cNvSpPr/>
          <p:nvPr/>
        </p:nvSpPr>
        <p:spPr>
          <a:xfrm>
            <a:off x="6448673" y="2103323"/>
            <a:ext cx="1117363" cy="6652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0880A8F-8949-4CCD-A4BF-33D9ECFB3AA7}"/>
              </a:ext>
            </a:extLst>
          </p:cNvPr>
          <p:cNvSpPr/>
          <p:nvPr/>
        </p:nvSpPr>
        <p:spPr>
          <a:xfrm>
            <a:off x="257346" y="3279770"/>
            <a:ext cx="1320167" cy="4540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758EA9-E918-4C71-AFF5-25C75BAD1149}"/>
              </a:ext>
            </a:extLst>
          </p:cNvPr>
          <p:cNvSpPr/>
          <p:nvPr/>
        </p:nvSpPr>
        <p:spPr>
          <a:xfrm>
            <a:off x="159771" y="774004"/>
            <a:ext cx="3719210" cy="31311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9490DE-A447-46FF-8F45-C86355409337}"/>
              </a:ext>
            </a:extLst>
          </p:cNvPr>
          <p:cNvSpPr/>
          <p:nvPr/>
        </p:nvSpPr>
        <p:spPr>
          <a:xfrm>
            <a:off x="8210533" y="774001"/>
            <a:ext cx="3821696" cy="31311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Rounded Rectangle">
            <a:extLst>
              <a:ext uri="{FF2B5EF4-FFF2-40B4-BE49-F238E27FC236}">
                <a16:creationId xmlns:a16="http://schemas.microsoft.com/office/drawing/2014/main" id="{AD7A723F-1E21-404B-BC2D-2D45D0B8A8A7}"/>
              </a:ext>
            </a:extLst>
          </p:cNvPr>
          <p:cNvSpPr/>
          <p:nvPr/>
        </p:nvSpPr>
        <p:spPr>
          <a:xfrm>
            <a:off x="296957" y="1541235"/>
            <a:ext cx="1752760" cy="614681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52E5AC-0CA3-4122-A72D-4CE7380DE4BC}"/>
              </a:ext>
            </a:extLst>
          </p:cNvPr>
          <p:cNvSpPr txBox="1"/>
          <p:nvPr/>
        </p:nvSpPr>
        <p:spPr>
          <a:xfrm>
            <a:off x="378929" y="1550134"/>
            <a:ext cx="164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在线行动策略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3679245-2501-4B90-B39D-AE72D4C7EBDB}"/>
              </a:ext>
            </a:extLst>
          </p:cNvPr>
          <p:cNvCxnSpPr>
            <a:cxnSpLocks/>
          </p:cNvCxnSpPr>
          <p:nvPr/>
        </p:nvCxnSpPr>
        <p:spPr>
          <a:xfrm flipV="1">
            <a:off x="2043956" y="1836019"/>
            <a:ext cx="238516" cy="34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9B06B2D-51E2-4F54-8410-BF2E11C55DF3}"/>
              </a:ext>
            </a:extLst>
          </p:cNvPr>
          <p:cNvCxnSpPr/>
          <p:nvPr/>
        </p:nvCxnSpPr>
        <p:spPr>
          <a:xfrm>
            <a:off x="2291909" y="1517617"/>
            <a:ext cx="0" cy="5903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77745AA-5FA0-43C9-8725-50AF570CBA7A}"/>
              </a:ext>
            </a:extLst>
          </p:cNvPr>
          <p:cNvCxnSpPr/>
          <p:nvPr/>
        </p:nvCxnSpPr>
        <p:spPr>
          <a:xfrm>
            <a:off x="2291909" y="1517617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01E5999-D547-4E21-9C26-1C3FA408F1D3}"/>
              </a:ext>
            </a:extLst>
          </p:cNvPr>
          <p:cNvCxnSpPr/>
          <p:nvPr/>
        </p:nvCxnSpPr>
        <p:spPr>
          <a:xfrm>
            <a:off x="2291908" y="2107966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">
            <a:extLst>
              <a:ext uri="{FF2B5EF4-FFF2-40B4-BE49-F238E27FC236}">
                <a16:creationId xmlns:a16="http://schemas.microsoft.com/office/drawing/2014/main" id="{85007ADD-8E43-4745-888B-5CDCCC15E672}"/>
              </a:ext>
            </a:extLst>
          </p:cNvPr>
          <p:cNvSpPr/>
          <p:nvPr/>
        </p:nvSpPr>
        <p:spPr>
          <a:xfrm>
            <a:off x="2508852" y="1299165"/>
            <a:ext cx="1232985" cy="505358"/>
          </a:xfrm>
          <a:prstGeom prst="roundRect">
            <a:avLst>
              <a:gd name="adj" fmla="val 1979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26" name="Rounded Rectangle">
            <a:extLst>
              <a:ext uri="{FF2B5EF4-FFF2-40B4-BE49-F238E27FC236}">
                <a16:creationId xmlns:a16="http://schemas.microsoft.com/office/drawing/2014/main" id="{28AD6E28-4379-49C6-A524-D386E6ECEF0F}"/>
              </a:ext>
            </a:extLst>
          </p:cNvPr>
          <p:cNvSpPr/>
          <p:nvPr/>
        </p:nvSpPr>
        <p:spPr>
          <a:xfrm>
            <a:off x="2508851" y="1881590"/>
            <a:ext cx="1243329" cy="505358"/>
          </a:xfrm>
          <a:prstGeom prst="roundRect">
            <a:avLst>
              <a:gd name="adj" fmla="val 20216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2C02777-402B-4E61-A91D-6F5C2C33C1F5}"/>
              </a:ext>
            </a:extLst>
          </p:cNvPr>
          <p:cNvSpPr txBox="1"/>
          <p:nvPr/>
        </p:nvSpPr>
        <p:spPr>
          <a:xfrm>
            <a:off x="2569277" y="1372823"/>
            <a:ext cx="1152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任务耗时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B5EE6ED-B4D3-462B-899A-65F1AB367DD9}"/>
              </a:ext>
            </a:extLst>
          </p:cNvPr>
          <p:cNvSpPr txBox="1"/>
          <p:nvPr/>
        </p:nvSpPr>
        <p:spPr>
          <a:xfrm>
            <a:off x="2600888" y="1960606"/>
            <a:ext cx="112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成功清除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E4D9FAB-B5DA-4BB5-8DFA-244FF38AC0A9}"/>
              </a:ext>
            </a:extLst>
          </p:cNvPr>
          <p:cNvSpPr txBox="1"/>
          <p:nvPr/>
        </p:nvSpPr>
        <p:spPr>
          <a:xfrm>
            <a:off x="769595" y="878779"/>
            <a:ext cx="251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第一步：全域覆盖扫描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39AFF88-9989-4256-9503-75239696530A}"/>
              </a:ext>
            </a:extLst>
          </p:cNvPr>
          <p:cNvSpPr txBox="1"/>
          <p:nvPr/>
        </p:nvSpPr>
        <p:spPr>
          <a:xfrm>
            <a:off x="11187599" y="3995850"/>
            <a:ext cx="738664" cy="21751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第四步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试探清除与失败反馈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FCF96F82-DD74-4CA4-ABE7-EE89B4FD1F69}"/>
              </a:ext>
            </a:extLst>
          </p:cNvPr>
          <p:cNvSpPr txBox="1"/>
          <p:nvPr/>
        </p:nvSpPr>
        <p:spPr>
          <a:xfrm>
            <a:off x="4806276" y="874661"/>
            <a:ext cx="235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第二步：滚动任务集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36F18D5-E8FA-41E0-9AAB-6396A5BBEC42}"/>
              </a:ext>
            </a:extLst>
          </p:cNvPr>
          <p:cNvSpPr/>
          <p:nvPr/>
        </p:nvSpPr>
        <p:spPr>
          <a:xfrm>
            <a:off x="159771" y="3908839"/>
            <a:ext cx="11881851" cy="23564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9B94677-89DE-4B11-952A-BFE2A9DE6A6B}"/>
              </a:ext>
            </a:extLst>
          </p:cNvPr>
          <p:cNvSpPr txBox="1"/>
          <p:nvPr/>
        </p:nvSpPr>
        <p:spPr>
          <a:xfrm>
            <a:off x="8963856" y="874661"/>
            <a:ext cx="252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第三步：信息增益优化</a:t>
            </a:r>
          </a:p>
        </p:txBody>
      </p:sp>
      <p:sp>
        <p:nvSpPr>
          <p:cNvPr id="126" name="Rounded Rectangle">
            <a:extLst>
              <a:ext uri="{FF2B5EF4-FFF2-40B4-BE49-F238E27FC236}">
                <a16:creationId xmlns:a16="http://schemas.microsoft.com/office/drawing/2014/main" id="{BAD183D1-2772-4A7C-9E5B-85E1F821DE76}"/>
              </a:ext>
            </a:extLst>
          </p:cNvPr>
          <p:cNvSpPr/>
          <p:nvPr/>
        </p:nvSpPr>
        <p:spPr>
          <a:xfrm>
            <a:off x="8358313" y="1389472"/>
            <a:ext cx="1881865" cy="925938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BF8C95C-A3C6-4CAD-AB0C-35E377B22A12}"/>
              </a:ext>
            </a:extLst>
          </p:cNvPr>
          <p:cNvSpPr txBox="1"/>
          <p:nvPr/>
        </p:nvSpPr>
        <p:spPr>
          <a:xfrm>
            <a:off x="8281465" y="1409971"/>
            <a:ext cx="204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单位时间信息效用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E0FFA8E7-147F-4849-BF70-04852F80629B}"/>
              </a:ext>
            </a:extLst>
          </p:cNvPr>
          <p:cNvCxnSpPr>
            <a:cxnSpLocks/>
          </p:cNvCxnSpPr>
          <p:nvPr/>
        </p:nvCxnSpPr>
        <p:spPr>
          <a:xfrm>
            <a:off x="10226124" y="1850477"/>
            <a:ext cx="24858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7CA50F2B-E3E6-467F-A339-3738C8BAE048}"/>
              </a:ext>
            </a:extLst>
          </p:cNvPr>
          <p:cNvCxnSpPr/>
          <p:nvPr/>
        </p:nvCxnSpPr>
        <p:spPr>
          <a:xfrm>
            <a:off x="10474713" y="1522621"/>
            <a:ext cx="0" cy="5903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01F1D764-09D5-4294-8BEA-7FD2A2C33E82}"/>
              </a:ext>
            </a:extLst>
          </p:cNvPr>
          <p:cNvCxnSpPr/>
          <p:nvPr/>
        </p:nvCxnSpPr>
        <p:spPr>
          <a:xfrm>
            <a:off x="10474713" y="1522621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5156817-46FF-4D8E-BE1C-357762E98335}"/>
              </a:ext>
            </a:extLst>
          </p:cNvPr>
          <p:cNvCxnSpPr/>
          <p:nvPr/>
        </p:nvCxnSpPr>
        <p:spPr>
          <a:xfrm>
            <a:off x="10474712" y="2112970"/>
            <a:ext cx="3736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">
            <a:extLst>
              <a:ext uri="{FF2B5EF4-FFF2-40B4-BE49-F238E27FC236}">
                <a16:creationId xmlns:a16="http://schemas.microsoft.com/office/drawing/2014/main" id="{96A68360-DA1D-41C0-BFDE-E5786C136AC4}"/>
              </a:ext>
            </a:extLst>
          </p:cNvPr>
          <p:cNvSpPr/>
          <p:nvPr/>
        </p:nvSpPr>
        <p:spPr>
          <a:xfrm>
            <a:off x="10691656" y="1304169"/>
            <a:ext cx="1235687" cy="464834"/>
          </a:xfrm>
          <a:prstGeom prst="roundRect">
            <a:avLst>
              <a:gd name="adj" fmla="val 16968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33" name="Rounded Rectangle">
            <a:extLst>
              <a:ext uri="{FF2B5EF4-FFF2-40B4-BE49-F238E27FC236}">
                <a16:creationId xmlns:a16="http://schemas.microsoft.com/office/drawing/2014/main" id="{F95A63BB-9E35-4CA8-8028-157709EE9A96}"/>
              </a:ext>
            </a:extLst>
          </p:cNvPr>
          <p:cNvSpPr/>
          <p:nvPr/>
        </p:nvSpPr>
        <p:spPr>
          <a:xfrm>
            <a:off x="10691654" y="1950454"/>
            <a:ext cx="1235685" cy="372145"/>
          </a:xfrm>
          <a:prstGeom prst="roundRect">
            <a:avLst>
              <a:gd name="adj" fmla="val 20837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BFB388E-1279-4D57-897B-59BE7C152B0D}"/>
                  </a:ext>
                </a:extLst>
              </p:cNvPr>
              <p:cNvSpPr txBox="1"/>
              <p:nvPr/>
            </p:nvSpPr>
            <p:spPr>
              <a:xfrm>
                <a:off x="10646306" y="1371956"/>
                <a:ext cx="1392439" cy="361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高斯后验</a:t>
                </a:r>
                <a14:m>
                  <m:oMath xmlns:m="http://schemas.openxmlformats.org/officeDocument/2006/math">
                    <m:r>
                      <a:rPr kumimoji="0" lang="en-US" altLang="zh-CN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𝜋</m:t>
                        </m:r>
                      </m:e>
                      <m:sub>
                        <m:r>
                          <a:rPr kumimoji="0" lang="en-US" altLang="zh-CN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𝑗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, </m:t>
                        </m:r>
                        <m:r>
                          <a:rPr kumimoji="0" lang="en-US" altLang="zh-CN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endParaRPr kumimoji="0" lang="zh-CN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BBFB388E-1279-4D57-897B-59BE7C152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06" y="1371956"/>
                <a:ext cx="1392439" cy="361381"/>
              </a:xfrm>
              <a:prstGeom prst="rect">
                <a:avLst/>
              </a:prstGeom>
              <a:blipFill>
                <a:blip r:embed="rId2"/>
                <a:stretch>
                  <a:fillRect l="-2183" t="-8475" b="-11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75F2D286-6095-421E-944D-9E113C0757B8}"/>
                  </a:ext>
                </a:extLst>
              </p:cNvPr>
              <p:cNvSpPr txBox="1"/>
              <p:nvPr/>
            </p:nvSpPr>
            <p:spPr>
              <a:xfrm>
                <a:off x="10750564" y="1959928"/>
                <a:ext cx="1176775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isher</m:t>
                    </m:r>
                    <m:r>
                      <a:rPr kumimoji="0" lang="zh-CN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信息</m:t>
                    </m:r>
                  </m:oMath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75F2D286-6095-421E-944D-9E113C075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64" y="1959928"/>
                <a:ext cx="1176775" cy="338554"/>
              </a:xfrm>
              <a:prstGeom prst="rect">
                <a:avLst/>
              </a:prstGeom>
              <a:blipFill>
                <a:blip r:embed="rId3"/>
                <a:stretch>
                  <a:fillRect l="-3109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Rounded Rectangle">
            <a:extLst>
              <a:ext uri="{FF2B5EF4-FFF2-40B4-BE49-F238E27FC236}">
                <a16:creationId xmlns:a16="http://schemas.microsoft.com/office/drawing/2014/main" id="{C1020C8E-C4D7-4443-91ED-CD9CAF112DA6}"/>
              </a:ext>
            </a:extLst>
          </p:cNvPr>
          <p:cNvSpPr/>
          <p:nvPr/>
        </p:nvSpPr>
        <p:spPr>
          <a:xfrm>
            <a:off x="4356801" y="4492337"/>
            <a:ext cx="1551392" cy="790207"/>
          </a:xfrm>
          <a:prstGeom prst="roundRect">
            <a:avLst>
              <a:gd name="adj" fmla="val 11204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6C570562-B6B2-48C5-87B1-63B748F2E97B}"/>
              </a:ext>
            </a:extLst>
          </p:cNvPr>
          <p:cNvSpPr txBox="1"/>
          <p:nvPr/>
        </p:nvSpPr>
        <p:spPr>
          <a:xfrm>
            <a:off x="4415742" y="4554640"/>
            <a:ext cx="1416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候选序列</a:t>
            </a:r>
          </a:p>
        </p:txBody>
      </p:sp>
      <p:sp>
        <p:nvSpPr>
          <p:cNvPr id="157" name="Rounded Rectangle">
            <a:extLst>
              <a:ext uri="{FF2B5EF4-FFF2-40B4-BE49-F238E27FC236}">
                <a16:creationId xmlns:a16="http://schemas.microsoft.com/office/drawing/2014/main" id="{48B8F054-E104-483E-92AA-924ED0B6D333}"/>
              </a:ext>
            </a:extLst>
          </p:cNvPr>
          <p:cNvSpPr/>
          <p:nvPr/>
        </p:nvSpPr>
        <p:spPr>
          <a:xfrm>
            <a:off x="544344" y="2577578"/>
            <a:ext cx="2912975" cy="556097"/>
          </a:xfrm>
          <a:prstGeom prst="roundRect">
            <a:avLst>
              <a:gd name="adj" fmla="val 11204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0C028C9-E7E0-4FF5-B039-70DBA25DADE3}"/>
              </a:ext>
            </a:extLst>
          </p:cNvPr>
          <p:cNvSpPr txBox="1"/>
          <p:nvPr/>
        </p:nvSpPr>
        <p:spPr>
          <a:xfrm>
            <a:off x="577730" y="2655405"/>
            <a:ext cx="282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外围点均匀环形布局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E396B00-BC50-4382-86D1-EF0A7C7504B4}"/>
                  </a:ext>
                </a:extLst>
              </p:cNvPr>
              <p:cNvSpPr txBox="1"/>
              <p:nvPr/>
            </p:nvSpPr>
            <p:spPr>
              <a:xfrm>
                <a:off x="907286" y="1805317"/>
                <a:ext cx="5084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l-GR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Π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6E396B00-BC50-4382-86D1-EF0A7C750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86" y="1805317"/>
                <a:ext cx="50846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文本框 165">
            <a:extLst>
              <a:ext uri="{FF2B5EF4-FFF2-40B4-BE49-F238E27FC236}">
                <a16:creationId xmlns:a16="http://schemas.microsoft.com/office/drawing/2014/main" id="{ACE31CEA-E862-4B03-B2CC-851663F701E6}"/>
              </a:ext>
            </a:extLst>
          </p:cNvPr>
          <p:cNvSpPr txBox="1"/>
          <p:nvPr/>
        </p:nvSpPr>
        <p:spPr>
          <a:xfrm>
            <a:off x="361556" y="3311687"/>
            <a:ext cx="1106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移动路线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E6961A30-9833-48AE-BB6E-93048EC3DBA9}"/>
              </a:ext>
            </a:extLst>
          </p:cNvPr>
          <p:cNvSpPr/>
          <p:nvPr/>
        </p:nvSpPr>
        <p:spPr>
          <a:xfrm>
            <a:off x="2125661" y="3274541"/>
            <a:ext cx="1619361" cy="4540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C151FB8A-A400-48CF-A116-19867D72A0A5}"/>
              </a:ext>
            </a:extLst>
          </p:cNvPr>
          <p:cNvSpPr txBox="1"/>
          <p:nvPr/>
        </p:nvSpPr>
        <p:spPr>
          <a:xfrm>
            <a:off x="2112538" y="3313787"/>
            <a:ext cx="1645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检测服务时间</a:t>
            </a: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53ACE8A-22C7-4DE8-9BE8-D5FA3F3DC550}"/>
              </a:ext>
            </a:extLst>
          </p:cNvPr>
          <p:cNvCxnSpPr>
            <a:cxnSpLocks/>
            <a:stCxn id="167" idx="3"/>
            <a:endCxn id="169" idx="1"/>
          </p:cNvCxnSpPr>
          <p:nvPr/>
        </p:nvCxnSpPr>
        <p:spPr>
          <a:xfrm flipV="1">
            <a:off x="1577513" y="3498453"/>
            <a:ext cx="535025" cy="8325"/>
          </a:xfrm>
          <a:prstGeom prst="line">
            <a:avLst/>
          </a:prstGeom>
          <a:ln w="222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236D39C7-F568-42F9-B8F3-6AD381D369B0}"/>
              </a:ext>
            </a:extLst>
          </p:cNvPr>
          <p:cNvSpPr txBox="1"/>
          <p:nvPr/>
        </p:nvSpPr>
        <p:spPr>
          <a:xfrm>
            <a:off x="1547488" y="3149064"/>
            <a:ext cx="666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权衡</a:t>
            </a:r>
          </a:p>
        </p:txBody>
      </p:sp>
      <p:sp>
        <p:nvSpPr>
          <p:cNvPr id="86" name="Rounded Rectangle">
            <a:extLst>
              <a:ext uri="{FF2B5EF4-FFF2-40B4-BE49-F238E27FC236}">
                <a16:creationId xmlns:a16="http://schemas.microsoft.com/office/drawing/2014/main" id="{717F5756-EDE0-40EF-A143-22D6F18F3CBF}"/>
              </a:ext>
            </a:extLst>
          </p:cNvPr>
          <p:cNvSpPr/>
          <p:nvPr/>
        </p:nvSpPr>
        <p:spPr>
          <a:xfrm>
            <a:off x="4938961" y="1369557"/>
            <a:ext cx="2041316" cy="595647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FD6D985-E4D5-4D0F-884D-2335F6A4CCD5}"/>
              </a:ext>
            </a:extLst>
          </p:cNvPr>
          <p:cNvSpPr txBox="1"/>
          <p:nvPr/>
        </p:nvSpPr>
        <p:spPr>
          <a:xfrm>
            <a:off x="5083837" y="1359370"/>
            <a:ext cx="1878014" cy="380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当前任务点集合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0B9BFA82-895A-4974-ACF9-4EC100CC8954}"/>
                  </a:ext>
                </a:extLst>
              </p:cNvPr>
              <p:cNvSpPr txBox="1"/>
              <p:nvPr/>
            </p:nvSpPr>
            <p:spPr>
              <a:xfrm>
                <a:off x="5702257" y="1633306"/>
                <a:ext cx="5598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𝒯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0B9BFA82-895A-4974-ACF9-4EC100CC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257" y="1633306"/>
                <a:ext cx="55986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弧 16">
            <a:extLst>
              <a:ext uri="{FF2B5EF4-FFF2-40B4-BE49-F238E27FC236}">
                <a16:creationId xmlns:a16="http://schemas.microsoft.com/office/drawing/2014/main" id="{31B1C2F7-C720-480D-8C85-156E2D7DAC4F}"/>
              </a:ext>
            </a:extLst>
          </p:cNvPr>
          <p:cNvSpPr/>
          <p:nvPr/>
        </p:nvSpPr>
        <p:spPr>
          <a:xfrm rot="15510408">
            <a:off x="3874426" y="1778108"/>
            <a:ext cx="1672840" cy="1351954"/>
          </a:xfrm>
          <a:prstGeom prst="arc">
            <a:avLst>
              <a:gd name="adj1" fmla="val 14322815"/>
              <a:gd name="adj2" fmla="val 516639"/>
            </a:avLst>
          </a:prstGeom>
          <a:ln w="44450" cap="rnd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triangle"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Rounded Rectangle">
            <a:extLst>
              <a:ext uri="{FF2B5EF4-FFF2-40B4-BE49-F238E27FC236}">
                <a16:creationId xmlns:a16="http://schemas.microsoft.com/office/drawing/2014/main" id="{110F6D15-E4FC-4F39-881B-4A04A7987992}"/>
              </a:ext>
            </a:extLst>
          </p:cNvPr>
          <p:cNvSpPr/>
          <p:nvPr/>
        </p:nvSpPr>
        <p:spPr>
          <a:xfrm>
            <a:off x="4062973" y="3059146"/>
            <a:ext cx="1622747" cy="505358"/>
          </a:xfrm>
          <a:prstGeom prst="roundRect">
            <a:avLst>
              <a:gd name="adj" fmla="val 23148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4EBB73BA-0517-45D4-AEB4-9D48D72E171D}"/>
              </a:ext>
            </a:extLst>
          </p:cNvPr>
          <p:cNvSpPr txBox="1"/>
          <p:nvPr/>
        </p:nvSpPr>
        <p:spPr>
          <a:xfrm>
            <a:off x="4069361" y="3126438"/>
            <a:ext cx="162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开放路径规划</a:t>
            </a:r>
          </a:p>
        </p:txBody>
      </p:sp>
      <p:sp>
        <p:nvSpPr>
          <p:cNvPr id="107" name="弧 16">
            <a:extLst>
              <a:ext uri="{FF2B5EF4-FFF2-40B4-BE49-F238E27FC236}">
                <a16:creationId xmlns:a16="http://schemas.microsoft.com/office/drawing/2014/main" id="{834ACB7A-9FC7-4434-A669-5BA1794D2313}"/>
              </a:ext>
            </a:extLst>
          </p:cNvPr>
          <p:cNvSpPr/>
          <p:nvPr/>
        </p:nvSpPr>
        <p:spPr>
          <a:xfrm rot="2512477">
            <a:off x="6382140" y="1737046"/>
            <a:ext cx="1672840" cy="1351954"/>
          </a:xfrm>
          <a:prstGeom prst="arc">
            <a:avLst>
              <a:gd name="adj1" fmla="val 14126424"/>
              <a:gd name="adj2" fmla="val 565105"/>
            </a:avLst>
          </a:prstGeom>
          <a:ln w="44450" cap="rnd">
            <a:solidFill>
              <a:schemeClr val="accent2">
                <a:lumMod val="40000"/>
                <a:lumOff val="60000"/>
              </a:schemeClr>
            </a:solidFill>
            <a:prstDash val="dash"/>
            <a:round/>
            <a:headEnd type="triangle"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9" name="Rounded Rectangle">
            <a:extLst>
              <a:ext uri="{FF2B5EF4-FFF2-40B4-BE49-F238E27FC236}">
                <a16:creationId xmlns:a16="http://schemas.microsoft.com/office/drawing/2014/main" id="{E3C39915-B8CC-4024-97C8-70EA36CD947A}"/>
              </a:ext>
            </a:extLst>
          </p:cNvPr>
          <p:cNvSpPr/>
          <p:nvPr/>
        </p:nvSpPr>
        <p:spPr>
          <a:xfrm>
            <a:off x="6459023" y="3059146"/>
            <a:ext cx="1622747" cy="505358"/>
          </a:xfrm>
          <a:prstGeom prst="roundRect">
            <a:avLst>
              <a:gd name="adj" fmla="val 23148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81D9F73-B3FF-40E9-864B-C0CBDE32CF0A}"/>
              </a:ext>
            </a:extLst>
          </p:cNvPr>
          <p:cNvSpPr txBox="1"/>
          <p:nvPr/>
        </p:nvSpPr>
        <p:spPr>
          <a:xfrm>
            <a:off x="6486538" y="3133128"/>
            <a:ext cx="162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定位区域更新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D052863-2463-448E-AF56-41CC2CCD90D2}"/>
              </a:ext>
            </a:extLst>
          </p:cNvPr>
          <p:cNvSpPr txBox="1"/>
          <p:nvPr/>
        </p:nvSpPr>
        <p:spPr>
          <a:xfrm>
            <a:off x="6459460" y="2089996"/>
            <a:ext cx="1106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按频道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独立维护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3BBA360-3045-47C0-8850-B7A2DA135FBE}"/>
              </a:ext>
            </a:extLst>
          </p:cNvPr>
          <p:cNvSpPr/>
          <p:nvPr/>
        </p:nvSpPr>
        <p:spPr>
          <a:xfrm>
            <a:off x="4284963" y="2076119"/>
            <a:ext cx="1599692" cy="3772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039E8CB-CC8E-4341-AF55-C64601035D26}"/>
              </a:ext>
            </a:extLst>
          </p:cNvPr>
          <p:cNvSpPr txBox="1"/>
          <p:nvPr/>
        </p:nvSpPr>
        <p:spPr>
          <a:xfrm>
            <a:off x="4448795" y="2067912"/>
            <a:ext cx="126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Held-Karp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EA08904-30E8-44FB-83DC-9F306781ED4C}"/>
              </a:ext>
            </a:extLst>
          </p:cNvPr>
          <p:cNvSpPr/>
          <p:nvPr/>
        </p:nvSpPr>
        <p:spPr>
          <a:xfrm>
            <a:off x="4273264" y="2520845"/>
            <a:ext cx="1611391" cy="34780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8F7AEF4A-77D5-439F-B060-AED1D0B3A0E8}"/>
              </a:ext>
            </a:extLst>
          </p:cNvPr>
          <p:cNvSpPr txBox="1"/>
          <p:nvPr/>
        </p:nvSpPr>
        <p:spPr>
          <a:xfrm>
            <a:off x="4284963" y="2505978"/>
            <a:ext cx="161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2-opt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近似改进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683C2E7-15C0-4346-9F7B-C049F38CACC4}"/>
              </a:ext>
            </a:extLst>
          </p:cNvPr>
          <p:cNvCxnSpPr/>
          <p:nvPr/>
        </p:nvCxnSpPr>
        <p:spPr>
          <a:xfrm flipV="1">
            <a:off x="5742585" y="3317794"/>
            <a:ext cx="668013" cy="10381"/>
          </a:xfrm>
          <a:prstGeom prst="straightConnector1">
            <a:avLst/>
          </a:prstGeom>
          <a:ln w="44450">
            <a:solidFill>
              <a:schemeClr val="accent2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D36B8F7-ED0F-47C4-B9E7-3C4C4258DABC}"/>
                  </a:ext>
                </a:extLst>
              </p:cNvPr>
              <p:cNvSpPr txBox="1"/>
              <p:nvPr/>
            </p:nvSpPr>
            <p:spPr>
              <a:xfrm>
                <a:off x="8757105" y="1777538"/>
                <a:ext cx="1070228" cy="484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𝑈</m:t>
                      </m:r>
                      <m:d>
                        <m:dPr>
                          <m:ctrlPr>
                            <a:rPr kumimoji="0" lang="en-US" altLang="zh-CN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</m:d>
                      <m:r>
                        <a:rPr kumimoji="0" lang="en-US" altLang="zh-CN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𝐼</m:t>
                          </m:r>
                          <m:d>
                            <m:dPr>
                              <m:ctrlPr>
                                <a:rPr kumimoji="0" lang="en-US" altLang="zh-CN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acc>
                            <m:accPr>
                              <m:chr m:val="̂"/>
                              <m:ctrlP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0" lang="zh-CN" altLang="en-US" sz="1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zh-CN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D36B8F7-ED0F-47C4-B9E7-3C4C4258D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105" y="1777538"/>
                <a:ext cx="1070228" cy="484813"/>
              </a:xfrm>
              <a:prstGeom prst="rect">
                <a:avLst/>
              </a:prstGeom>
              <a:blipFill>
                <a:blip r:embed="rId6"/>
                <a:stretch>
                  <a:fillRect l="-2857" r="-8000" b="-12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0F1A72F0-66E8-4092-B16A-E5F8B98A5058}"/>
              </a:ext>
            </a:extLst>
          </p:cNvPr>
          <p:cNvCxnSpPr>
            <a:cxnSpLocks/>
          </p:cNvCxnSpPr>
          <p:nvPr/>
        </p:nvCxnSpPr>
        <p:spPr>
          <a:xfrm rot="5400000">
            <a:off x="8862766" y="2454015"/>
            <a:ext cx="621459" cy="392430"/>
          </a:xfrm>
          <a:prstGeom prst="bent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CA3B5A7C-F5A3-4065-B94E-5FEACA9F77E3}"/>
              </a:ext>
            </a:extLst>
          </p:cNvPr>
          <p:cNvSpPr/>
          <p:nvPr/>
        </p:nvSpPr>
        <p:spPr>
          <a:xfrm>
            <a:off x="8398886" y="2993424"/>
            <a:ext cx="1695682" cy="540256"/>
          </a:xfrm>
          <a:prstGeom prst="rect">
            <a:avLst/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D8B7D02-D662-4338-996A-CBA692265348}"/>
              </a:ext>
            </a:extLst>
          </p:cNvPr>
          <p:cNvSpPr txBox="1"/>
          <p:nvPr/>
        </p:nvSpPr>
        <p:spPr>
          <a:xfrm>
            <a:off x="8333859" y="3053893"/>
            <a:ext cx="181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位置误差型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DOP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9EF5A188-C413-4174-8D5E-E158D1D89C5D}"/>
              </a:ext>
            </a:extLst>
          </p:cNvPr>
          <p:cNvSpPr/>
          <p:nvPr/>
        </p:nvSpPr>
        <p:spPr>
          <a:xfrm>
            <a:off x="10178273" y="2726602"/>
            <a:ext cx="1599692" cy="3772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C11885FE-50EA-422C-9A21-D5E634A57194}"/>
              </a:ext>
            </a:extLst>
          </p:cNvPr>
          <p:cNvSpPr txBox="1"/>
          <p:nvPr/>
        </p:nvSpPr>
        <p:spPr>
          <a:xfrm>
            <a:off x="10236465" y="2734823"/>
            <a:ext cx="1554988" cy="3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区域深度加权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B2F69D3F-3076-4838-B81C-A8F5458BFFF3}"/>
              </a:ext>
            </a:extLst>
          </p:cNvPr>
          <p:cNvSpPr/>
          <p:nvPr/>
        </p:nvSpPr>
        <p:spPr>
          <a:xfrm>
            <a:off x="10178273" y="3217605"/>
            <a:ext cx="1599692" cy="3772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21E720A6-74C1-4B7C-95B0-9F9B18FBFBB4}"/>
              </a:ext>
            </a:extLst>
          </p:cNvPr>
          <p:cNvSpPr txBox="1"/>
          <p:nvPr/>
        </p:nvSpPr>
        <p:spPr>
          <a:xfrm>
            <a:off x="10236465" y="3225826"/>
            <a:ext cx="1554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正则化积分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5EECE09-9B18-4DB8-8F82-FCAC70D16FBF}"/>
              </a:ext>
            </a:extLst>
          </p:cNvPr>
          <p:cNvSpPr txBox="1"/>
          <p:nvPr/>
        </p:nvSpPr>
        <p:spPr>
          <a:xfrm>
            <a:off x="8977280" y="2652664"/>
            <a:ext cx="1220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近优候选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71226EFB-D3E8-4F78-ABE4-4913C808141B}"/>
                  </a:ext>
                </a:extLst>
              </p:cNvPr>
              <p:cNvSpPr txBox="1"/>
              <p:nvPr/>
            </p:nvSpPr>
            <p:spPr>
              <a:xfrm>
                <a:off x="4453610" y="4840002"/>
                <a:ext cx="14167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,</m:t>
                          </m:r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…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+mn-cs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71226EFB-D3E8-4F78-ABE4-4913C8081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610" y="4840002"/>
                <a:ext cx="1416715" cy="369332"/>
              </a:xfrm>
              <a:prstGeom prst="rect">
                <a:avLst/>
              </a:prstGeom>
              <a:blipFill>
                <a:blip r:embed="rId7"/>
                <a:stretch>
                  <a:fillRect l="-1293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矩形 192">
            <a:extLst>
              <a:ext uri="{FF2B5EF4-FFF2-40B4-BE49-F238E27FC236}">
                <a16:creationId xmlns:a16="http://schemas.microsoft.com/office/drawing/2014/main" id="{9FB7FA46-09DD-437C-91CE-7F2D2B86C8C6}"/>
              </a:ext>
            </a:extLst>
          </p:cNvPr>
          <p:cNvSpPr/>
          <p:nvPr/>
        </p:nvSpPr>
        <p:spPr>
          <a:xfrm>
            <a:off x="3429569" y="5618607"/>
            <a:ext cx="1619361" cy="4484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00C22990-46A2-4C42-B1BE-B41CACC66ACE}"/>
              </a:ext>
            </a:extLst>
          </p:cNvPr>
          <p:cNvSpPr txBox="1"/>
          <p:nvPr/>
        </p:nvSpPr>
        <p:spPr>
          <a:xfrm>
            <a:off x="3395686" y="5642788"/>
            <a:ext cx="1125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成功概率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8610A885-E0DC-4E8A-A596-6C5ACAC8DE84}"/>
              </a:ext>
            </a:extLst>
          </p:cNvPr>
          <p:cNvSpPr/>
          <p:nvPr/>
        </p:nvSpPr>
        <p:spPr>
          <a:xfrm>
            <a:off x="5172796" y="5617200"/>
            <a:ext cx="1619361" cy="4540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6633E5AD-4274-4AE4-A39F-2687C3EF677F}"/>
              </a:ext>
            </a:extLst>
          </p:cNvPr>
          <p:cNvSpPr txBox="1"/>
          <p:nvPr/>
        </p:nvSpPr>
        <p:spPr>
          <a:xfrm>
            <a:off x="5162542" y="5656447"/>
            <a:ext cx="125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期望成本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97D79A7-AE6B-4AEF-B504-6DACAD410CB9}"/>
                  </a:ext>
                </a:extLst>
              </p:cNvPr>
              <p:cNvSpPr txBox="1"/>
              <p:nvPr/>
            </p:nvSpPr>
            <p:spPr>
              <a:xfrm>
                <a:off x="4318564" y="5642788"/>
                <a:ext cx="8237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97D79A7-AE6B-4AEF-B504-6DACAD410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564" y="5642788"/>
                <a:ext cx="823779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D2E5C2DF-AF08-437F-B1AF-415BCD0CB314}"/>
                  </a:ext>
                </a:extLst>
              </p:cNvPr>
              <p:cNvSpPr txBox="1"/>
              <p:nvPr/>
            </p:nvSpPr>
            <p:spPr>
              <a:xfrm>
                <a:off x="6063672" y="5656446"/>
                <a:ext cx="823779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try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D2E5C2DF-AF08-437F-B1AF-415BCD0CB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672" y="5656446"/>
                <a:ext cx="823779" cy="394852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C4449BEF-B41B-43C6-A5B3-236E9A5622C3}"/>
              </a:ext>
            </a:extLst>
          </p:cNvPr>
          <p:cNvCxnSpPr>
            <a:cxnSpLocks/>
          </p:cNvCxnSpPr>
          <p:nvPr/>
        </p:nvCxnSpPr>
        <p:spPr>
          <a:xfrm>
            <a:off x="5126709" y="5278603"/>
            <a:ext cx="0" cy="1581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86CCA5DD-8DF8-4513-AD33-E629155C4CBD}"/>
              </a:ext>
            </a:extLst>
          </p:cNvPr>
          <p:cNvCxnSpPr>
            <a:cxnSpLocks/>
          </p:cNvCxnSpPr>
          <p:nvPr/>
        </p:nvCxnSpPr>
        <p:spPr>
          <a:xfrm flipV="1">
            <a:off x="4215538" y="5434923"/>
            <a:ext cx="1805424" cy="73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F80E6021-93A4-4723-9FF4-FBCFACB40BF9}"/>
              </a:ext>
            </a:extLst>
          </p:cNvPr>
          <p:cNvCxnSpPr>
            <a:cxnSpLocks/>
          </p:cNvCxnSpPr>
          <p:nvPr/>
        </p:nvCxnSpPr>
        <p:spPr>
          <a:xfrm flipV="1">
            <a:off x="5959509" y="4905048"/>
            <a:ext cx="1025020" cy="11045"/>
          </a:xfrm>
          <a:prstGeom prst="straightConnector1">
            <a:avLst/>
          </a:prstGeom>
          <a:ln w="44450">
            <a:solidFill>
              <a:schemeClr val="accent2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>
            <a:extLst>
              <a:ext uri="{FF2B5EF4-FFF2-40B4-BE49-F238E27FC236}">
                <a16:creationId xmlns:a16="http://schemas.microsoft.com/office/drawing/2014/main" id="{6FAB1250-8AA3-4194-AB69-C1DC8581DEAE}"/>
              </a:ext>
            </a:extLst>
          </p:cNvPr>
          <p:cNvSpPr txBox="1"/>
          <p:nvPr/>
        </p:nvSpPr>
        <p:spPr>
          <a:xfrm>
            <a:off x="5940671" y="4529147"/>
            <a:ext cx="1013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试探失败</a:t>
            </a:r>
          </a:p>
        </p:txBody>
      </p:sp>
      <p:sp>
        <p:nvSpPr>
          <p:cNvPr id="209" name="Rounded Rectangle">
            <a:extLst>
              <a:ext uri="{FF2B5EF4-FFF2-40B4-BE49-F238E27FC236}">
                <a16:creationId xmlns:a16="http://schemas.microsoft.com/office/drawing/2014/main" id="{E6E693CF-13DD-47D7-893A-F503D56EF26C}"/>
              </a:ext>
            </a:extLst>
          </p:cNvPr>
          <p:cNvSpPr/>
          <p:nvPr/>
        </p:nvSpPr>
        <p:spPr>
          <a:xfrm>
            <a:off x="7032238" y="4520036"/>
            <a:ext cx="1551392" cy="790207"/>
          </a:xfrm>
          <a:prstGeom prst="roundRect">
            <a:avLst>
              <a:gd name="adj" fmla="val 11204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8E2F43C7-8B42-4F86-98FA-870914AB19EB}"/>
              </a:ext>
            </a:extLst>
          </p:cNvPr>
          <p:cNvSpPr txBox="1"/>
          <p:nvPr/>
        </p:nvSpPr>
        <p:spPr>
          <a:xfrm>
            <a:off x="6984529" y="4578174"/>
            <a:ext cx="16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截断后验更新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DA1DD721-E075-4395-9D8B-AF04378EB907}"/>
                  </a:ext>
                </a:extLst>
              </p:cNvPr>
              <p:cNvSpPr txBox="1"/>
              <p:nvPr/>
            </p:nvSpPr>
            <p:spPr>
              <a:xfrm>
                <a:off x="7129047" y="4867701"/>
                <a:ext cx="1416715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𝜋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𝑗</m:t>
                          </m:r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, </m:t>
                          </m:r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𝑡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DA1DD721-E075-4395-9D8B-AF04378E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47" y="4867701"/>
                <a:ext cx="1416715" cy="391646"/>
              </a:xfrm>
              <a:prstGeom prst="rect">
                <a:avLst/>
              </a:prstGeom>
              <a:blipFill>
                <a:blip r:embed="rId10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Rounded Rectangle">
            <a:extLst>
              <a:ext uri="{FF2B5EF4-FFF2-40B4-BE49-F238E27FC236}">
                <a16:creationId xmlns:a16="http://schemas.microsoft.com/office/drawing/2014/main" id="{B4435410-34FA-44CE-A64B-D6E2F09E25B5}"/>
              </a:ext>
            </a:extLst>
          </p:cNvPr>
          <p:cNvSpPr/>
          <p:nvPr/>
        </p:nvSpPr>
        <p:spPr>
          <a:xfrm>
            <a:off x="9237766" y="4596371"/>
            <a:ext cx="1551392" cy="562452"/>
          </a:xfrm>
          <a:prstGeom prst="roundRect">
            <a:avLst>
              <a:gd name="adj" fmla="val 11204"/>
            </a:avLst>
          </a:prstGeom>
          <a:solidFill>
            <a:srgbClr val="EDE2DF"/>
          </a:solidFill>
          <a:ln w="19050">
            <a:solidFill>
              <a:schemeClr val="tx1"/>
            </a:solidFill>
            <a:prstDash val="solid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Helvetica Neue Medium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FB83AC15-14A7-4BD1-8A08-ED52832D44EB}"/>
              </a:ext>
            </a:extLst>
          </p:cNvPr>
          <p:cNvSpPr txBox="1"/>
          <p:nvPr/>
        </p:nvSpPr>
        <p:spPr>
          <a:xfrm>
            <a:off x="9305104" y="4688794"/>
            <a:ext cx="1416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保留凸外包</a:t>
            </a: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C757A48D-79EC-4972-989D-6CFC489F18EB}"/>
              </a:ext>
            </a:extLst>
          </p:cNvPr>
          <p:cNvCxnSpPr>
            <a:cxnSpLocks/>
          </p:cNvCxnSpPr>
          <p:nvPr/>
        </p:nvCxnSpPr>
        <p:spPr>
          <a:xfrm>
            <a:off x="8632453" y="4887440"/>
            <a:ext cx="605312" cy="4136"/>
          </a:xfrm>
          <a:prstGeom prst="straightConnector1">
            <a:avLst/>
          </a:prstGeom>
          <a:ln w="44450">
            <a:solidFill>
              <a:schemeClr val="accent2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23D805E-9CB5-4654-8124-C57EB0EB5F8B}"/>
              </a:ext>
            </a:extLst>
          </p:cNvPr>
          <p:cNvCxnSpPr>
            <a:cxnSpLocks/>
            <a:endCxn id="212" idx="0"/>
          </p:cNvCxnSpPr>
          <p:nvPr/>
        </p:nvCxnSpPr>
        <p:spPr>
          <a:xfrm>
            <a:off x="10012879" y="4098399"/>
            <a:ext cx="583" cy="497972"/>
          </a:xfrm>
          <a:prstGeom prst="line">
            <a:avLst/>
          </a:prstGeom>
          <a:ln w="444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EF3D6693-73A9-4DDC-8117-B0A4478987D2}"/>
              </a:ext>
            </a:extLst>
          </p:cNvPr>
          <p:cNvCxnSpPr>
            <a:cxnSpLocks/>
          </p:cNvCxnSpPr>
          <p:nvPr/>
        </p:nvCxnSpPr>
        <p:spPr>
          <a:xfrm flipV="1">
            <a:off x="5126709" y="4074818"/>
            <a:ext cx="4844936" cy="11052"/>
          </a:xfrm>
          <a:prstGeom prst="line">
            <a:avLst/>
          </a:prstGeom>
          <a:ln w="444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A157AB1C-579A-406B-B1B1-DC8F123634A8}"/>
              </a:ext>
            </a:extLst>
          </p:cNvPr>
          <p:cNvCxnSpPr>
            <a:cxnSpLocks/>
            <a:endCxn id="136" idx="0"/>
          </p:cNvCxnSpPr>
          <p:nvPr/>
        </p:nvCxnSpPr>
        <p:spPr>
          <a:xfrm>
            <a:off x="5132497" y="4074818"/>
            <a:ext cx="0" cy="417519"/>
          </a:xfrm>
          <a:prstGeom prst="straightConnector1">
            <a:avLst/>
          </a:prstGeom>
          <a:ln w="44450">
            <a:solidFill>
              <a:schemeClr val="accent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AF985EB7-9FC2-42AF-9E30-77AFE1E6ECC3}"/>
              </a:ext>
            </a:extLst>
          </p:cNvPr>
          <p:cNvSpPr txBox="1"/>
          <p:nvPr/>
        </p:nvSpPr>
        <p:spPr>
          <a:xfrm>
            <a:off x="7045297" y="4054812"/>
            <a:ext cx="1054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更新状态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F824CFFD-BD6F-4476-85AF-237FD2FFDAA1}"/>
              </a:ext>
            </a:extLst>
          </p:cNvPr>
          <p:cNvSpPr/>
          <p:nvPr/>
        </p:nvSpPr>
        <p:spPr>
          <a:xfrm>
            <a:off x="9229028" y="5444131"/>
            <a:ext cx="1619361" cy="4484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5C414405-389B-41B4-BE8C-B8E216D5CB5D}"/>
              </a:ext>
            </a:extLst>
          </p:cNvPr>
          <p:cNvSpPr txBox="1"/>
          <p:nvPr/>
        </p:nvSpPr>
        <p:spPr>
          <a:xfrm>
            <a:off x="9283533" y="5458122"/>
            <a:ext cx="148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记录失败圆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FB12BF85-1333-4C48-B285-C1834723B53C}"/>
              </a:ext>
            </a:extLst>
          </p:cNvPr>
          <p:cNvSpPr/>
          <p:nvPr/>
        </p:nvSpPr>
        <p:spPr>
          <a:xfrm>
            <a:off x="7031499" y="5444131"/>
            <a:ext cx="1619361" cy="4484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F60F82A0-D937-48EE-AF12-44D1BEBF377F}"/>
              </a:ext>
            </a:extLst>
          </p:cNvPr>
          <p:cNvSpPr txBox="1"/>
          <p:nvPr/>
        </p:nvSpPr>
        <p:spPr>
          <a:xfrm>
            <a:off x="7086004" y="5458122"/>
            <a:ext cx="148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条件归一化</a:t>
            </a:r>
            <a:endParaRPr kumimoji="0" lang="zh-CN" altLang="en-US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A9A2FF3B-AF74-4E23-9DD8-C2AD0BBEAE13}"/>
              </a:ext>
            </a:extLst>
          </p:cNvPr>
          <p:cNvSpPr/>
          <p:nvPr/>
        </p:nvSpPr>
        <p:spPr>
          <a:xfrm>
            <a:off x="336233" y="4060514"/>
            <a:ext cx="2877675" cy="204582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D3DA6635-274C-4A98-88C2-77B0ADD3A295}"/>
              </a:ext>
            </a:extLst>
          </p:cNvPr>
          <p:cNvSpPr txBox="1"/>
          <p:nvPr/>
        </p:nvSpPr>
        <p:spPr>
          <a:xfrm>
            <a:off x="680878" y="4064753"/>
            <a:ext cx="2235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蒙特卡洛仿真实验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62547968-0635-46AB-8A3B-902A56076272}"/>
              </a:ext>
            </a:extLst>
          </p:cNvPr>
          <p:cNvSpPr/>
          <p:nvPr/>
        </p:nvSpPr>
        <p:spPr>
          <a:xfrm>
            <a:off x="689912" y="4476002"/>
            <a:ext cx="2218924" cy="43541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A0495FD2-7A58-4272-BF8B-06AE82A03FFA}"/>
              </a:ext>
            </a:extLst>
          </p:cNvPr>
          <p:cNvSpPr txBox="1"/>
          <p:nvPr/>
        </p:nvSpPr>
        <p:spPr>
          <a:xfrm>
            <a:off x="758750" y="4503553"/>
            <a:ext cx="202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程序运行时间分布</a:t>
            </a: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40AF9915-10E5-4AA0-9192-DDC5F4587C07}"/>
              </a:ext>
            </a:extLst>
          </p:cNvPr>
          <p:cNvSpPr/>
          <p:nvPr/>
        </p:nvSpPr>
        <p:spPr>
          <a:xfrm>
            <a:off x="679146" y="5043412"/>
            <a:ext cx="2237479" cy="42107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9F029C0C-D32A-4F74-A453-D9933F04A548}"/>
              </a:ext>
            </a:extLst>
          </p:cNvPr>
          <p:cNvSpPr/>
          <p:nvPr/>
        </p:nvSpPr>
        <p:spPr>
          <a:xfrm>
            <a:off x="693131" y="5592263"/>
            <a:ext cx="2222397" cy="42107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B69A5E46-A41A-46BB-B307-3FFA011D0763}"/>
              </a:ext>
            </a:extLst>
          </p:cNvPr>
          <p:cNvSpPr txBox="1"/>
          <p:nvPr/>
        </p:nvSpPr>
        <p:spPr>
          <a:xfrm>
            <a:off x="715513" y="5069195"/>
            <a:ext cx="214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仿真任务时间构成</a:t>
            </a: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593BC8F9-6CC8-490A-BF4B-9C041C6763B2}"/>
              </a:ext>
            </a:extLst>
          </p:cNvPr>
          <p:cNvSpPr txBox="1"/>
          <p:nvPr/>
        </p:nvSpPr>
        <p:spPr>
          <a:xfrm>
            <a:off x="750323" y="5606884"/>
            <a:ext cx="212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平均清除时间分布</a:t>
            </a:r>
          </a:p>
        </p:txBody>
      </p:sp>
    </p:spTree>
    <p:extLst>
      <p:ext uri="{BB962C8B-B14F-4D97-AF65-F5344CB8AC3E}">
        <p14:creationId xmlns:p14="http://schemas.microsoft.com/office/powerpoint/2010/main" val="238260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37D2B7-9C3C-EDF0-58BB-12FBB8E752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42" y="-457201"/>
            <a:ext cx="10111797" cy="7696201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C6785FD3-DF9A-300D-F77F-9DCAAF232783}"/>
              </a:ext>
            </a:extLst>
          </p:cNvPr>
          <p:cNvGrpSpPr/>
          <p:nvPr/>
        </p:nvGrpSpPr>
        <p:grpSpPr>
          <a:xfrm>
            <a:off x="848361" y="94834"/>
            <a:ext cx="6419635" cy="360000"/>
            <a:chOff x="2143761" y="990184"/>
            <a:chExt cx="6419635" cy="36000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80FCF269-D29D-65B7-1F62-2AA835CA10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99232BD-BD38-58AD-B3C4-9F54ADD6B4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14FFE01-3DC5-4523-DCD0-C1F6386FDC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8EFCABE-9D86-A061-4AC0-5469DBE872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08D492C-3646-41E3-D456-6811E3BA7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A1047B68-EE1E-342A-1352-815458565C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0D20999-CA8C-E4DF-5E08-7992A3A9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A00FC52-7769-8902-7988-8550C81E7A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AA48C751-9C24-6C69-7159-E425016A7D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6440650-1889-F562-1F50-C5D1DD8B0D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5A2EB9A8-B929-F1A6-DEF5-ADC8453D80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87722B0-3876-380F-15B7-AF297B9F02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263FECB-EF6E-A467-80F0-646645FD5F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F84CF5F7-15A4-9A92-0D66-9E83A3A1C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F0F47F65-DFA7-3663-8D42-A2017F045D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3F86C1C-A6E0-4AE1-C69E-C34C719BF5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5FC961C-C625-0A45-AD45-68C32B78E1FE}"/>
              </a:ext>
            </a:extLst>
          </p:cNvPr>
          <p:cNvCxnSpPr>
            <a:cxnSpLocks/>
          </p:cNvCxnSpPr>
          <p:nvPr/>
        </p:nvCxnSpPr>
        <p:spPr>
          <a:xfrm flipV="1">
            <a:off x="7557294" y="29765"/>
            <a:ext cx="0" cy="6623466"/>
          </a:xfrm>
          <a:prstGeom prst="line">
            <a:avLst/>
          </a:prstGeom>
          <a:ln w="12700">
            <a:solidFill>
              <a:srgbClr val="E0C8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AFA2DFDB-C5F9-8168-C2A0-E06C1C85AF5F}"/>
              </a:ext>
            </a:extLst>
          </p:cNvPr>
          <p:cNvSpPr/>
          <p:nvPr/>
        </p:nvSpPr>
        <p:spPr>
          <a:xfrm>
            <a:off x="7557294" y="139168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9BEF22-A3AF-6F71-5EE1-0D838284E510}"/>
              </a:ext>
            </a:extLst>
          </p:cNvPr>
          <p:cNvSpPr/>
          <p:nvPr/>
        </p:nvSpPr>
        <p:spPr>
          <a:xfrm>
            <a:off x="7557294" y="543921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2909708-BEBB-03AD-900F-7CE8B64D408C}"/>
              </a:ext>
            </a:extLst>
          </p:cNvPr>
          <p:cNvSpPr/>
          <p:nvPr/>
        </p:nvSpPr>
        <p:spPr>
          <a:xfrm>
            <a:off x="7557294" y="948674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4CB6213-4C34-F73E-55BC-6AF8B10203BF}"/>
              </a:ext>
            </a:extLst>
          </p:cNvPr>
          <p:cNvSpPr/>
          <p:nvPr/>
        </p:nvSpPr>
        <p:spPr>
          <a:xfrm>
            <a:off x="7557294" y="1353427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C9938CD-9626-643C-4F32-39907F764340}"/>
              </a:ext>
            </a:extLst>
          </p:cNvPr>
          <p:cNvSpPr/>
          <p:nvPr/>
        </p:nvSpPr>
        <p:spPr>
          <a:xfrm>
            <a:off x="7557294" y="1758180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9718D02-3A78-529E-0F13-C2981DA8B9DF}"/>
              </a:ext>
            </a:extLst>
          </p:cNvPr>
          <p:cNvSpPr/>
          <p:nvPr/>
        </p:nvSpPr>
        <p:spPr>
          <a:xfrm>
            <a:off x="7557294" y="2162933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9F34602-B6D5-F035-C288-A12EB4261970}"/>
              </a:ext>
            </a:extLst>
          </p:cNvPr>
          <p:cNvSpPr/>
          <p:nvPr/>
        </p:nvSpPr>
        <p:spPr>
          <a:xfrm>
            <a:off x="7557294" y="2567686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148A0BF-09FC-C583-9837-62D898543E6D}"/>
              </a:ext>
            </a:extLst>
          </p:cNvPr>
          <p:cNvSpPr/>
          <p:nvPr/>
        </p:nvSpPr>
        <p:spPr>
          <a:xfrm>
            <a:off x="7557294" y="2972439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E071E8A-B474-F276-E05C-881B56278842}"/>
              </a:ext>
            </a:extLst>
          </p:cNvPr>
          <p:cNvSpPr/>
          <p:nvPr/>
        </p:nvSpPr>
        <p:spPr>
          <a:xfrm>
            <a:off x="7557294" y="3377192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A45FCDC-0B9A-9580-6465-4009EDCB6A01}"/>
              </a:ext>
            </a:extLst>
          </p:cNvPr>
          <p:cNvSpPr/>
          <p:nvPr/>
        </p:nvSpPr>
        <p:spPr>
          <a:xfrm>
            <a:off x="7557294" y="3781945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231AA1E-0EE8-7187-8E4C-699245D670FE}"/>
              </a:ext>
            </a:extLst>
          </p:cNvPr>
          <p:cNvSpPr/>
          <p:nvPr/>
        </p:nvSpPr>
        <p:spPr>
          <a:xfrm>
            <a:off x="7557294" y="4186698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3AB1516-81A1-238F-E036-E7DB81907EF1}"/>
              </a:ext>
            </a:extLst>
          </p:cNvPr>
          <p:cNvSpPr/>
          <p:nvPr/>
        </p:nvSpPr>
        <p:spPr>
          <a:xfrm>
            <a:off x="7557294" y="4591451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3E58821-A855-C426-056E-06E88913D8F6}"/>
              </a:ext>
            </a:extLst>
          </p:cNvPr>
          <p:cNvSpPr/>
          <p:nvPr/>
        </p:nvSpPr>
        <p:spPr>
          <a:xfrm>
            <a:off x="7557294" y="4996204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BEE6BAD-458D-59C4-05B2-18267319D401}"/>
              </a:ext>
            </a:extLst>
          </p:cNvPr>
          <p:cNvSpPr/>
          <p:nvPr/>
        </p:nvSpPr>
        <p:spPr>
          <a:xfrm>
            <a:off x="7557294" y="5400957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7D4783F-EA4B-05DC-DE79-6FBAC9B95E7E}"/>
              </a:ext>
            </a:extLst>
          </p:cNvPr>
          <p:cNvSpPr/>
          <p:nvPr/>
        </p:nvSpPr>
        <p:spPr>
          <a:xfrm>
            <a:off x="7557294" y="5805710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0F03C41-228C-7F52-AC6C-358033B3F085}"/>
              </a:ext>
            </a:extLst>
          </p:cNvPr>
          <p:cNvSpPr/>
          <p:nvPr/>
        </p:nvSpPr>
        <p:spPr>
          <a:xfrm>
            <a:off x="7557294" y="6210461"/>
            <a:ext cx="308372" cy="288000"/>
          </a:xfrm>
          <a:prstGeom prst="rect">
            <a:avLst/>
          </a:prstGeom>
          <a:solidFill>
            <a:srgbClr val="FFE181"/>
          </a:solidFill>
          <a:ln>
            <a:solidFill>
              <a:srgbClr val="E0C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D9C423E-4B20-B4B0-6AC5-898385827DC5}"/>
              </a:ext>
            </a:extLst>
          </p:cNvPr>
          <p:cNvSpPr/>
          <p:nvPr/>
        </p:nvSpPr>
        <p:spPr>
          <a:xfrm>
            <a:off x="9852625" y="28670"/>
            <a:ext cx="227205" cy="6576918"/>
          </a:xfrm>
          <a:prstGeom prst="rect">
            <a:avLst/>
          </a:prstGeom>
          <a:gradFill>
            <a:gsLst>
              <a:gs pos="33000">
                <a:srgbClr val="EF8F67"/>
              </a:gs>
              <a:gs pos="0">
                <a:srgbClr val="B41B2F"/>
              </a:gs>
              <a:gs pos="52000">
                <a:srgbClr val="FFFFFF">
                  <a:lumMod val="100000"/>
                </a:srgbClr>
              </a:gs>
              <a:gs pos="100000">
                <a:srgbClr val="266AA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C5ECF89-C74C-15CE-44B5-EA129157235D}"/>
              </a:ext>
            </a:extLst>
          </p:cNvPr>
          <p:cNvGrpSpPr/>
          <p:nvPr/>
        </p:nvGrpSpPr>
        <p:grpSpPr>
          <a:xfrm>
            <a:off x="848361" y="529451"/>
            <a:ext cx="6419635" cy="360000"/>
            <a:chOff x="2143761" y="990184"/>
            <a:chExt cx="6419635" cy="360000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EDA43F7E-0946-241C-F88B-7880E942D5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7302B928-E74B-9817-6891-C003A476D2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1DEBE6E4-B376-EAEE-6689-3B9C34E23F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F1F395FE-3D39-2DBE-EE95-B8F2BA3D1F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4AB25910-17F3-49D8-573B-209B9FCD57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5B5D6050-95AB-C399-DD5B-4F76D1DA5F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50E71227-4B3B-6E65-7D49-DD29CF656B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8E816F38-4A92-56E2-C490-0AF4B740E7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4BA6589B-0259-8259-0074-EF53C21B96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7A41102B-4329-02F7-A316-C389D57DDE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8E67118E-425F-7C7C-E8D2-40931F5E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9452A2A2-24D7-F9C0-130B-F1E60B616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62D36BF1-F98C-814C-D47C-0DD437F6C1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76879DE0-0290-AD20-1519-6B48064199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BF070349-AE38-1E0E-105A-16DEDB3E4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31FB60D5-DC5F-481A-2CEF-3E4107C04C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EDF957B4-A8B8-F2B7-FA5E-C7CDD5090B98}"/>
              </a:ext>
            </a:extLst>
          </p:cNvPr>
          <p:cNvGrpSpPr/>
          <p:nvPr/>
        </p:nvGrpSpPr>
        <p:grpSpPr>
          <a:xfrm>
            <a:off x="848361" y="964068"/>
            <a:ext cx="6419635" cy="360000"/>
            <a:chOff x="2143761" y="990184"/>
            <a:chExt cx="6419635" cy="360000"/>
          </a:xfrm>
        </p:grpSpPr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26BC6927-7B00-9743-77CC-A790512937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9FCED0C9-B5E4-4005-6313-D5D7CA7E55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3D438D57-8797-AC34-0514-9A239F55BB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75704E3B-4553-7C75-80B8-4CC53175FA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1ABFBF3F-3E43-2BB6-C92A-6A5A48E9F0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B3EFA872-BC22-A8AB-7215-C73FB2A165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74AD8924-F8C6-7989-5A89-DD3D67EEFF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5E75F153-8254-7137-63B2-173C57C547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6FCA9860-766B-5B9E-4871-EBDBB4D9BE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A0C3DC61-22B1-6AED-4D44-02BCD1CFCC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68C28D24-6643-552D-A98F-207D8ECC07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ECD7F342-664B-0B50-C0CE-3A532FAA46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552D78D9-8E8D-6C94-513F-5F39CAA28B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24A2CDF7-E260-763D-E458-E59625A75C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116B146E-4E11-F3A6-A554-AC413BAB35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矩形: 圆角 122">
              <a:extLst>
                <a:ext uri="{FF2B5EF4-FFF2-40B4-BE49-F238E27FC236}">
                  <a16:creationId xmlns:a16="http://schemas.microsoft.com/office/drawing/2014/main" id="{7998966D-E322-64C2-581D-F6DAD36C3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29BC7DE7-04DF-E74E-E731-C3C1788D9E40}"/>
              </a:ext>
            </a:extLst>
          </p:cNvPr>
          <p:cNvGrpSpPr/>
          <p:nvPr/>
        </p:nvGrpSpPr>
        <p:grpSpPr>
          <a:xfrm>
            <a:off x="848361" y="1398685"/>
            <a:ext cx="6419635" cy="360000"/>
            <a:chOff x="2143761" y="990184"/>
            <a:chExt cx="6419635" cy="360000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312DD82C-3864-7AD9-1224-D1C863E862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: 圆角 125">
              <a:extLst>
                <a:ext uri="{FF2B5EF4-FFF2-40B4-BE49-F238E27FC236}">
                  <a16:creationId xmlns:a16="http://schemas.microsoft.com/office/drawing/2014/main" id="{3AA6EEC8-8120-C425-172A-11167A20CE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C8329B7F-7D38-BD1F-7D3C-58AA9BAB8A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8DF6FB3B-EEB1-EE85-9664-FE2A0BA002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5E9A6670-AF66-5086-77EA-4ABF8B5B75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BF76DFFE-7954-ADFD-9E87-C28E419A3B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4F90F07A-417F-8177-0425-4D79B5FF06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6CA54E0F-ACD6-4B55-8566-36B94EC5AA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02B7A718-987D-F6C7-849C-501479FD08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id="{B88BEA70-9109-1D3F-52FB-52FAEB7F90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1034A890-6098-DAD1-3ACF-0C9A5193AA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6A31736E-3950-BF9B-0D0B-977AD55D95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833C94F6-6D21-680B-455A-7182A303E1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C02C94F3-292D-3835-BE0A-677A02DA7D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B33B9D05-B5AE-4CDE-9367-0108B5199D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D22B545B-6561-7228-9254-F96BE733CC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5FB568AC-8418-6B8D-B8C1-1D2AA7D720B1}"/>
              </a:ext>
            </a:extLst>
          </p:cNvPr>
          <p:cNvGrpSpPr/>
          <p:nvPr/>
        </p:nvGrpSpPr>
        <p:grpSpPr>
          <a:xfrm>
            <a:off x="848361" y="1833302"/>
            <a:ext cx="6419635" cy="360000"/>
            <a:chOff x="2143761" y="990184"/>
            <a:chExt cx="6419635" cy="360000"/>
          </a:xfrm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21AFCC7C-7A55-7814-A676-2C6D2ACD8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B405DB3D-4D41-8F3A-D860-A2E4A12575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6058DBB5-0F46-0332-C9EB-011F6664B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4431F852-7770-C508-F3ED-F60EEE11BB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3C244000-F186-5294-A0AC-07AC3B7488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D8CD9CA4-69DF-5B1B-11AB-6A1684449D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B5194DC6-AC56-3E4D-9770-6BE02941D0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9E60EE1D-887B-1ACF-1B2B-5334507E74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103D74C7-0C10-F494-F238-5C3C6241A2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D8375723-FAB2-D985-ED05-8BF74B55B9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D11470CA-18AB-BB6C-9FF1-09F4FAAD90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7006F7C0-26E8-B1D5-12BF-E2D93AA85D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102D0A8C-8D32-5731-C716-0960A67010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54C4D263-A260-CDE2-8F5B-26ABBCE54F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1DA4AEE9-B8E3-DAC2-3C9C-C5E2773797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: 圆角 156">
              <a:extLst>
                <a:ext uri="{FF2B5EF4-FFF2-40B4-BE49-F238E27FC236}">
                  <a16:creationId xmlns:a16="http://schemas.microsoft.com/office/drawing/2014/main" id="{B7F92BC9-5F15-54CB-956D-B5BD9C7DE9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CF0E5230-29A5-89E8-2E97-A26504A37D8C}"/>
              </a:ext>
            </a:extLst>
          </p:cNvPr>
          <p:cNvGrpSpPr/>
          <p:nvPr/>
        </p:nvGrpSpPr>
        <p:grpSpPr>
          <a:xfrm>
            <a:off x="848361" y="2267919"/>
            <a:ext cx="6419635" cy="360000"/>
            <a:chOff x="2143761" y="990184"/>
            <a:chExt cx="6419635" cy="360000"/>
          </a:xfrm>
        </p:grpSpPr>
        <p:sp>
          <p:nvSpPr>
            <p:cNvPr id="159" name="矩形: 圆角 158">
              <a:extLst>
                <a:ext uri="{FF2B5EF4-FFF2-40B4-BE49-F238E27FC236}">
                  <a16:creationId xmlns:a16="http://schemas.microsoft.com/office/drawing/2014/main" id="{4D3BF7F9-77A2-44A1-83C6-B61206C5E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: 圆角 159">
              <a:extLst>
                <a:ext uri="{FF2B5EF4-FFF2-40B4-BE49-F238E27FC236}">
                  <a16:creationId xmlns:a16="http://schemas.microsoft.com/office/drawing/2014/main" id="{9A5AB145-FD75-DF78-4F32-84E10E4C4E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4BFCA2B6-E379-8379-76EB-8CA7AE154F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8ECE8F8C-4A9F-2681-7D62-74E78E2BD6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矩形: 圆角 162">
              <a:extLst>
                <a:ext uri="{FF2B5EF4-FFF2-40B4-BE49-F238E27FC236}">
                  <a16:creationId xmlns:a16="http://schemas.microsoft.com/office/drawing/2014/main" id="{E090CD36-F599-6AD9-BE18-DF7504DD8C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7088D1C5-DAFD-B846-2CD0-1D43EAB3E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BF689ADB-4733-28A2-DF46-4DEF6519E0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BF6F2630-4776-B635-19DA-76CFA8C0A0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951ED8B9-5AA0-4ED4-44C8-684D6A3458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矩形: 圆角 167">
              <a:extLst>
                <a:ext uri="{FF2B5EF4-FFF2-40B4-BE49-F238E27FC236}">
                  <a16:creationId xmlns:a16="http://schemas.microsoft.com/office/drawing/2014/main" id="{3AE6BD62-7E77-6C35-D88A-A77DD081EF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3CAD8094-10B9-92D2-773C-E46EE40465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E08B23A9-1B10-A85B-DB60-BD09FB0E57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5225E2FF-AB76-DB2E-86A8-AF6BACB9E7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89698D29-238B-3CA0-150B-74EB08CCE2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AE126F3C-D9B7-10FA-C9EC-A6C30C3703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1C52B689-D3F8-4CD1-18FE-8652838330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CA29C814-0290-56C9-75D1-AD126DD26B1B}"/>
              </a:ext>
            </a:extLst>
          </p:cNvPr>
          <p:cNvGrpSpPr/>
          <p:nvPr/>
        </p:nvGrpSpPr>
        <p:grpSpPr>
          <a:xfrm>
            <a:off x="848361" y="2702536"/>
            <a:ext cx="6419635" cy="360000"/>
            <a:chOff x="2143761" y="990184"/>
            <a:chExt cx="6419635" cy="36000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B1680F8A-526A-3371-0285-6A8D831328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: 圆角 176">
              <a:extLst>
                <a:ext uri="{FF2B5EF4-FFF2-40B4-BE49-F238E27FC236}">
                  <a16:creationId xmlns:a16="http://schemas.microsoft.com/office/drawing/2014/main" id="{FE1250DD-DD3C-4FA1-1863-8BFD407D7F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7306221B-4480-ACA4-D526-5A3A4905F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C16FA571-CE75-4137-2DEF-B3872F049F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: 圆角 179">
              <a:extLst>
                <a:ext uri="{FF2B5EF4-FFF2-40B4-BE49-F238E27FC236}">
                  <a16:creationId xmlns:a16="http://schemas.microsoft.com/office/drawing/2014/main" id="{E11E9552-AAFE-BB2B-85E5-7B712AF17C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0D331B0F-103B-C3DC-2770-3329A1B46B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4C759B09-9AD9-9C3F-C7E8-D1FD99E7E3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>
              <a:extLst>
                <a:ext uri="{FF2B5EF4-FFF2-40B4-BE49-F238E27FC236}">
                  <a16:creationId xmlns:a16="http://schemas.microsoft.com/office/drawing/2014/main" id="{D08A8ACE-7C13-5AFE-3327-DED51CDC66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3519CCE1-6E03-984C-D50B-158102321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791254B9-2F54-2F53-9259-E905A3027F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C815DB79-6CDD-7F55-F00B-2551942D3D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80FE2CAA-5DFB-BA16-0DF3-F75BFF555B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846F9286-36DA-4B7A-FEEE-32B1EB74FD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30E32341-8F56-C643-3305-93BAE2D12F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9848AF47-202D-490E-4588-1B3B1EF594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5DF63978-F773-DCB7-BD79-1D762D4A4C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40EACDA0-C479-17C6-2E34-68B913C94241}"/>
              </a:ext>
            </a:extLst>
          </p:cNvPr>
          <p:cNvGrpSpPr/>
          <p:nvPr/>
        </p:nvGrpSpPr>
        <p:grpSpPr>
          <a:xfrm>
            <a:off x="848361" y="3137153"/>
            <a:ext cx="6419635" cy="360000"/>
            <a:chOff x="2143761" y="990184"/>
            <a:chExt cx="6419635" cy="360000"/>
          </a:xfrm>
        </p:grpSpPr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197DCFEF-83C7-60EC-107A-39F2CB6BC2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0F1D09C7-CA8F-A9DA-0864-A13F303595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B87BD5A9-4BE9-DBB7-6980-10AB227C44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D2696396-DFC0-B6A7-69CA-773EE8BBE5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ACF4796C-B537-919E-A09B-09F5EF417A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0ECB4F1A-FAF0-3BBE-3710-D3C96DFBE8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CBFFA552-421A-5DAE-0A17-C3F302FEC7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A23C917E-4D99-CC13-6C85-1147032FFE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D3E78351-73CE-63A7-48E6-9AB9B44B31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7B5A67D8-3E90-A8F5-FBDD-8681C2F12F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B59EEAC8-B4E9-7A8D-2F93-454AC1237A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: 圆角 203">
              <a:extLst>
                <a:ext uri="{FF2B5EF4-FFF2-40B4-BE49-F238E27FC236}">
                  <a16:creationId xmlns:a16="http://schemas.microsoft.com/office/drawing/2014/main" id="{C343D64C-5F58-18E3-12C0-80DD28837F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43CE18F8-669C-C908-B74E-EA67F993CD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: 圆角 205">
              <a:extLst>
                <a:ext uri="{FF2B5EF4-FFF2-40B4-BE49-F238E27FC236}">
                  <a16:creationId xmlns:a16="http://schemas.microsoft.com/office/drawing/2014/main" id="{C6B90AA2-09C6-1098-FD5E-490B08308A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: 圆角 206">
              <a:extLst>
                <a:ext uri="{FF2B5EF4-FFF2-40B4-BE49-F238E27FC236}">
                  <a16:creationId xmlns:a16="http://schemas.microsoft.com/office/drawing/2014/main" id="{3A97001F-2FE7-10B7-D51B-6C6892C8A7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5F840A94-BBA4-08EB-CF56-6D99D20DA2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2" name="组合 481">
            <a:extLst>
              <a:ext uri="{FF2B5EF4-FFF2-40B4-BE49-F238E27FC236}">
                <a16:creationId xmlns:a16="http://schemas.microsoft.com/office/drawing/2014/main" id="{682588AB-A465-670E-9BE2-572C08FD804E}"/>
              </a:ext>
            </a:extLst>
          </p:cNvPr>
          <p:cNvGrpSpPr/>
          <p:nvPr/>
        </p:nvGrpSpPr>
        <p:grpSpPr>
          <a:xfrm>
            <a:off x="848361" y="3571770"/>
            <a:ext cx="6419635" cy="360000"/>
            <a:chOff x="2143761" y="990184"/>
            <a:chExt cx="6419635" cy="360000"/>
          </a:xfrm>
        </p:grpSpPr>
        <p:sp>
          <p:nvSpPr>
            <p:cNvPr id="483" name="矩形: 圆角 482">
              <a:extLst>
                <a:ext uri="{FF2B5EF4-FFF2-40B4-BE49-F238E27FC236}">
                  <a16:creationId xmlns:a16="http://schemas.microsoft.com/office/drawing/2014/main" id="{985190DD-C074-F448-822C-5F059689F2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4" name="矩形: 圆角 483">
              <a:extLst>
                <a:ext uri="{FF2B5EF4-FFF2-40B4-BE49-F238E27FC236}">
                  <a16:creationId xmlns:a16="http://schemas.microsoft.com/office/drawing/2014/main" id="{DD2C1827-C603-37E5-B675-7391A5FA59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5" name="矩形: 圆角 484">
              <a:extLst>
                <a:ext uri="{FF2B5EF4-FFF2-40B4-BE49-F238E27FC236}">
                  <a16:creationId xmlns:a16="http://schemas.microsoft.com/office/drawing/2014/main" id="{14A6D772-8217-FD26-B488-C14EFAC09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6" name="矩形: 圆角 485">
              <a:extLst>
                <a:ext uri="{FF2B5EF4-FFF2-40B4-BE49-F238E27FC236}">
                  <a16:creationId xmlns:a16="http://schemas.microsoft.com/office/drawing/2014/main" id="{A17362FB-4F8E-C692-9A3E-3ACB4F3969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7" name="矩形: 圆角 486">
              <a:extLst>
                <a:ext uri="{FF2B5EF4-FFF2-40B4-BE49-F238E27FC236}">
                  <a16:creationId xmlns:a16="http://schemas.microsoft.com/office/drawing/2014/main" id="{0E12D6FF-FA37-E623-C53F-066905EA07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矩形: 圆角 487">
              <a:extLst>
                <a:ext uri="{FF2B5EF4-FFF2-40B4-BE49-F238E27FC236}">
                  <a16:creationId xmlns:a16="http://schemas.microsoft.com/office/drawing/2014/main" id="{77947059-DF46-E194-4CEB-D0361B396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9" name="矩形: 圆角 488">
              <a:extLst>
                <a:ext uri="{FF2B5EF4-FFF2-40B4-BE49-F238E27FC236}">
                  <a16:creationId xmlns:a16="http://schemas.microsoft.com/office/drawing/2014/main" id="{0F22B7E9-65D4-1F1D-D83C-91AFD185B7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矩形: 圆角 489">
              <a:extLst>
                <a:ext uri="{FF2B5EF4-FFF2-40B4-BE49-F238E27FC236}">
                  <a16:creationId xmlns:a16="http://schemas.microsoft.com/office/drawing/2014/main" id="{5F4E61CD-4088-DD5D-D89D-165B5F5723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1" name="矩形: 圆角 490">
              <a:extLst>
                <a:ext uri="{FF2B5EF4-FFF2-40B4-BE49-F238E27FC236}">
                  <a16:creationId xmlns:a16="http://schemas.microsoft.com/office/drawing/2014/main" id="{9BF5C713-BEE8-83FD-F29A-E5FC26D484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矩形: 圆角 491">
              <a:extLst>
                <a:ext uri="{FF2B5EF4-FFF2-40B4-BE49-F238E27FC236}">
                  <a16:creationId xmlns:a16="http://schemas.microsoft.com/office/drawing/2014/main" id="{5766F4F3-BC7D-892B-187D-987A9A2BD2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3" name="矩形: 圆角 492">
              <a:extLst>
                <a:ext uri="{FF2B5EF4-FFF2-40B4-BE49-F238E27FC236}">
                  <a16:creationId xmlns:a16="http://schemas.microsoft.com/office/drawing/2014/main" id="{941D5AA8-BD0B-F2D3-5167-07B6CB9B27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矩形: 圆角 493">
              <a:extLst>
                <a:ext uri="{FF2B5EF4-FFF2-40B4-BE49-F238E27FC236}">
                  <a16:creationId xmlns:a16="http://schemas.microsoft.com/office/drawing/2014/main" id="{F2C22D78-4588-692D-9B65-AC5C49A21D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5" name="矩形: 圆角 494">
              <a:extLst>
                <a:ext uri="{FF2B5EF4-FFF2-40B4-BE49-F238E27FC236}">
                  <a16:creationId xmlns:a16="http://schemas.microsoft.com/office/drawing/2014/main" id="{2417C86B-15B3-BF0E-38EF-B62D54818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矩形: 圆角 495">
              <a:extLst>
                <a:ext uri="{FF2B5EF4-FFF2-40B4-BE49-F238E27FC236}">
                  <a16:creationId xmlns:a16="http://schemas.microsoft.com/office/drawing/2014/main" id="{FF5DDF45-0BED-7D01-3809-5E51E5F709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7" name="矩形: 圆角 496">
              <a:extLst>
                <a:ext uri="{FF2B5EF4-FFF2-40B4-BE49-F238E27FC236}">
                  <a16:creationId xmlns:a16="http://schemas.microsoft.com/office/drawing/2014/main" id="{17CBA809-7FAB-705E-C850-1153DF815E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8" name="矩形: 圆角 497">
              <a:extLst>
                <a:ext uri="{FF2B5EF4-FFF2-40B4-BE49-F238E27FC236}">
                  <a16:creationId xmlns:a16="http://schemas.microsoft.com/office/drawing/2014/main" id="{AE50A04D-4F90-F51B-D183-07EBA61226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9" name="组合 498">
            <a:extLst>
              <a:ext uri="{FF2B5EF4-FFF2-40B4-BE49-F238E27FC236}">
                <a16:creationId xmlns:a16="http://schemas.microsoft.com/office/drawing/2014/main" id="{43D78BEF-14F1-AA06-26F2-95048F579E82}"/>
              </a:ext>
            </a:extLst>
          </p:cNvPr>
          <p:cNvGrpSpPr/>
          <p:nvPr/>
        </p:nvGrpSpPr>
        <p:grpSpPr>
          <a:xfrm>
            <a:off x="848361" y="4006387"/>
            <a:ext cx="6419635" cy="360000"/>
            <a:chOff x="2143761" y="990184"/>
            <a:chExt cx="6419635" cy="360000"/>
          </a:xfrm>
        </p:grpSpPr>
        <p:sp>
          <p:nvSpPr>
            <p:cNvPr id="500" name="矩形: 圆角 499">
              <a:extLst>
                <a:ext uri="{FF2B5EF4-FFF2-40B4-BE49-F238E27FC236}">
                  <a16:creationId xmlns:a16="http://schemas.microsoft.com/office/drawing/2014/main" id="{CDD87E1E-0CBC-A8BE-7DEF-A97E4C5A04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" name="矩形: 圆角 500">
              <a:extLst>
                <a:ext uri="{FF2B5EF4-FFF2-40B4-BE49-F238E27FC236}">
                  <a16:creationId xmlns:a16="http://schemas.microsoft.com/office/drawing/2014/main" id="{58668030-022B-6DD0-327E-D14F5A329D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2" name="矩形: 圆角 501">
              <a:extLst>
                <a:ext uri="{FF2B5EF4-FFF2-40B4-BE49-F238E27FC236}">
                  <a16:creationId xmlns:a16="http://schemas.microsoft.com/office/drawing/2014/main" id="{15AC936E-6376-4986-E49C-39ACAA148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3" name="矩形: 圆角 502">
              <a:extLst>
                <a:ext uri="{FF2B5EF4-FFF2-40B4-BE49-F238E27FC236}">
                  <a16:creationId xmlns:a16="http://schemas.microsoft.com/office/drawing/2014/main" id="{9580D36F-0135-D85F-B5D9-DD3FF3DDBB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4" name="矩形: 圆角 503">
              <a:extLst>
                <a:ext uri="{FF2B5EF4-FFF2-40B4-BE49-F238E27FC236}">
                  <a16:creationId xmlns:a16="http://schemas.microsoft.com/office/drawing/2014/main" id="{DE30CD09-96C1-6DD4-B04E-87358E0464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5" name="矩形: 圆角 504">
              <a:extLst>
                <a:ext uri="{FF2B5EF4-FFF2-40B4-BE49-F238E27FC236}">
                  <a16:creationId xmlns:a16="http://schemas.microsoft.com/office/drawing/2014/main" id="{2D9A50D5-4D0F-8EE6-5A14-00F7C36848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6" name="矩形: 圆角 505">
              <a:extLst>
                <a:ext uri="{FF2B5EF4-FFF2-40B4-BE49-F238E27FC236}">
                  <a16:creationId xmlns:a16="http://schemas.microsoft.com/office/drawing/2014/main" id="{BC8A7374-FEDE-506A-79FB-5C01C6D1B5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7" name="矩形: 圆角 506">
              <a:extLst>
                <a:ext uri="{FF2B5EF4-FFF2-40B4-BE49-F238E27FC236}">
                  <a16:creationId xmlns:a16="http://schemas.microsoft.com/office/drawing/2014/main" id="{533F87D7-B33E-55D8-70C8-69FAB1E66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8" name="矩形: 圆角 507">
              <a:extLst>
                <a:ext uri="{FF2B5EF4-FFF2-40B4-BE49-F238E27FC236}">
                  <a16:creationId xmlns:a16="http://schemas.microsoft.com/office/drawing/2014/main" id="{1C7482CE-40CF-CE19-D439-D7730751D0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9" name="矩形: 圆角 508">
              <a:extLst>
                <a:ext uri="{FF2B5EF4-FFF2-40B4-BE49-F238E27FC236}">
                  <a16:creationId xmlns:a16="http://schemas.microsoft.com/office/drawing/2014/main" id="{31396E2C-04D3-EF53-7EBC-B796CF4287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矩形: 圆角 509">
              <a:extLst>
                <a:ext uri="{FF2B5EF4-FFF2-40B4-BE49-F238E27FC236}">
                  <a16:creationId xmlns:a16="http://schemas.microsoft.com/office/drawing/2014/main" id="{7666EAAD-84A2-C045-29B8-C7280C2CD5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矩形: 圆角 510">
              <a:extLst>
                <a:ext uri="{FF2B5EF4-FFF2-40B4-BE49-F238E27FC236}">
                  <a16:creationId xmlns:a16="http://schemas.microsoft.com/office/drawing/2014/main" id="{D931EB88-D489-A3EF-33C3-3306D5CF8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" name="矩形: 圆角 511">
              <a:extLst>
                <a:ext uri="{FF2B5EF4-FFF2-40B4-BE49-F238E27FC236}">
                  <a16:creationId xmlns:a16="http://schemas.microsoft.com/office/drawing/2014/main" id="{77C949DE-BF1D-91DA-3DAF-A68304C8AC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3" name="矩形: 圆角 512">
              <a:extLst>
                <a:ext uri="{FF2B5EF4-FFF2-40B4-BE49-F238E27FC236}">
                  <a16:creationId xmlns:a16="http://schemas.microsoft.com/office/drawing/2014/main" id="{8558BB29-AC08-F541-DB04-D2D9D37B2E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4" name="矩形: 圆角 513">
              <a:extLst>
                <a:ext uri="{FF2B5EF4-FFF2-40B4-BE49-F238E27FC236}">
                  <a16:creationId xmlns:a16="http://schemas.microsoft.com/office/drawing/2014/main" id="{F38C17DE-1916-72AE-E9D6-E73B8B9C68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5" name="矩形: 圆角 514">
              <a:extLst>
                <a:ext uri="{FF2B5EF4-FFF2-40B4-BE49-F238E27FC236}">
                  <a16:creationId xmlns:a16="http://schemas.microsoft.com/office/drawing/2014/main" id="{16F0CB65-0BB0-C876-27EC-5F15B0C25F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4FB25CC7-1C4C-CD3C-40BA-92E62486BE51}"/>
              </a:ext>
            </a:extLst>
          </p:cNvPr>
          <p:cNvGrpSpPr/>
          <p:nvPr/>
        </p:nvGrpSpPr>
        <p:grpSpPr>
          <a:xfrm>
            <a:off x="848361" y="4441004"/>
            <a:ext cx="6419635" cy="360000"/>
            <a:chOff x="2143761" y="990184"/>
            <a:chExt cx="6419635" cy="360000"/>
          </a:xfrm>
        </p:grpSpPr>
        <p:sp>
          <p:nvSpPr>
            <p:cNvPr id="517" name="矩形: 圆角 516">
              <a:extLst>
                <a:ext uri="{FF2B5EF4-FFF2-40B4-BE49-F238E27FC236}">
                  <a16:creationId xmlns:a16="http://schemas.microsoft.com/office/drawing/2014/main" id="{0E181D1A-C606-5B16-8416-26AB3BBE0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矩形: 圆角 517">
              <a:extLst>
                <a:ext uri="{FF2B5EF4-FFF2-40B4-BE49-F238E27FC236}">
                  <a16:creationId xmlns:a16="http://schemas.microsoft.com/office/drawing/2014/main" id="{45A0D568-E6CB-3FB3-6125-75DD6F7D71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9" name="矩形: 圆角 518">
              <a:extLst>
                <a:ext uri="{FF2B5EF4-FFF2-40B4-BE49-F238E27FC236}">
                  <a16:creationId xmlns:a16="http://schemas.microsoft.com/office/drawing/2014/main" id="{23FD51BF-7CA8-E761-7C34-DE1D4B1CD7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矩形: 圆角 519">
              <a:extLst>
                <a:ext uri="{FF2B5EF4-FFF2-40B4-BE49-F238E27FC236}">
                  <a16:creationId xmlns:a16="http://schemas.microsoft.com/office/drawing/2014/main" id="{E356C0E2-BA7A-BD1B-062F-D0FF540FAB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矩形: 圆角 520">
              <a:extLst>
                <a:ext uri="{FF2B5EF4-FFF2-40B4-BE49-F238E27FC236}">
                  <a16:creationId xmlns:a16="http://schemas.microsoft.com/office/drawing/2014/main" id="{C2AEE0FA-1969-A154-C3C5-36A7DFD52C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矩形: 圆角 521">
              <a:extLst>
                <a:ext uri="{FF2B5EF4-FFF2-40B4-BE49-F238E27FC236}">
                  <a16:creationId xmlns:a16="http://schemas.microsoft.com/office/drawing/2014/main" id="{D5B457C3-931F-8467-E17D-DE8A50703D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矩形: 圆角 522">
              <a:extLst>
                <a:ext uri="{FF2B5EF4-FFF2-40B4-BE49-F238E27FC236}">
                  <a16:creationId xmlns:a16="http://schemas.microsoft.com/office/drawing/2014/main" id="{339BAF13-8535-5AE7-44E6-E1F3067AA2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矩形: 圆角 523">
              <a:extLst>
                <a:ext uri="{FF2B5EF4-FFF2-40B4-BE49-F238E27FC236}">
                  <a16:creationId xmlns:a16="http://schemas.microsoft.com/office/drawing/2014/main" id="{528B5A5A-4D15-9050-B8E5-1B08AEB633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矩形: 圆角 524">
              <a:extLst>
                <a:ext uri="{FF2B5EF4-FFF2-40B4-BE49-F238E27FC236}">
                  <a16:creationId xmlns:a16="http://schemas.microsoft.com/office/drawing/2014/main" id="{68A2F472-D49B-2D4C-7661-BD2A1891C8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矩形: 圆角 525">
              <a:extLst>
                <a:ext uri="{FF2B5EF4-FFF2-40B4-BE49-F238E27FC236}">
                  <a16:creationId xmlns:a16="http://schemas.microsoft.com/office/drawing/2014/main" id="{7951755E-0B98-94B0-D446-86078F11FF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矩形: 圆角 526">
              <a:extLst>
                <a:ext uri="{FF2B5EF4-FFF2-40B4-BE49-F238E27FC236}">
                  <a16:creationId xmlns:a16="http://schemas.microsoft.com/office/drawing/2014/main" id="{EF3A2A6C-6FEE-93EA-9B96-175D2FDC43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矩形: 圆角 527">
              <a:extLst>
                <a:ext uri="{FF2B5EF4-FFF2-40B4-BE49-F238E27FC236}">
                  <a16:creationId xmlns:a16="http://schemas.microsoft.com/office/drawing/2014/main" id="{DE9C025E-5105-0AA9-057B-9C6843B9C1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矩形: 圆角 528">
              <a:extLst>
                <a:ext uri="{FF2B5EF4-FFF2-40B4-BE49-F238E27FC236}">
                  <a16:creationId xmlns:a16="http://schemas.microsoft.com/office/drawing/2014/main" id="{47F2729D-D897-C826-44A7-E05611C1E6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0" name="矩形: 圆角 529">
              <a:extLst>
                <a:ext uri="{FF2B5EF4-FFF2-40B4-BE49-F238E27FC236}">
                  <a16:creationId xmlns:a16="http://schemas.microsoft.com/office/drawing/2014/main" id="{994D44AA-4F5A-A500-F649-D218F41AAE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1" name="矩形: 圆角 530">
              <a:extLst>
                <a:ext uri="{FF2B5EF4-FFF2-40B4-BE49-F238E27FC236}">
                  <a16:creationId xmlns:a16="http://schemas.microsoft.com/office/drawing/2014/main" id="{EA3E2E46-CC48-2F95-AF65-32A11A2F7B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2" name="矩形: 圆角 531">
              <a:extLst>
                <a:ext uri="{FF2B5EF4-FFF2-40B4-BE49-F238E27FC236}">
                  <a16:creationId xmlns:a16="http://schemas.microsoft.com/office/drawing/2014/main" id="{D480C2AF-9F64-F661-47A8-42D4E3751B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3" name="组合 532">
            <a:extLst>
              <a:ext uri="{FF2B5EF4-FFF2-40B4-BE49-F238E27FC236}">
                <a16:creationId xmlns:a16="http://schemas.microsoft.com/office/drawing/2014/main" id="{4485A007-E32B-B164-75E2-4201F88D5435}"/>
              </a:ext>
            </a:extLst>
          </p:cNvPr>
          <p:cNvGrpSpPr/>
          <p:nvPr/>
        </p:nvGrpSpPr>
        <p:grpSpPr>
          <a:xfrm>
            <a:off x="848361" y="4875621"/>
            <a:ext cx="6419635" cy="360000"/>
            <a:chOff x="2143761" y="990184"/>
            <a:chExt cx="6419635" cy="360000"/>
          </a:xfrm>
        </p:grpSpPr>
        <p:sp>
          <p:nvSpPr>
            <p:cNvPr id="534" name="矩形: 圆角 533">
              <a:extLst>
                <a:ext uri="{FF2B5EF4-FFF2-40B4-BE49-F238E27FC236}">
                  <a16:creationId xmlns:a16="http://schemas.microsoft.com/office/drawing/2014/main" id="{11E794A1-C971-EF9D-F94C-7A5D17929C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5" name="矩形: 圆角 534">
              <a:extLst>
                <a:ext uri="{FF2B5EF4-FFF2-40B4-BE49-F238E27FC236}">
                  <a16:creationId xmlns:a16="http://schemas.microsoft.com/office/drawing/2014/main" id="{6D96BC6D-DF79-6400-2D22-EB1F7489C3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6" name="矩形: 圆角 535">
              <a:extLst>
                <a:ext uri="{FF2B5EF4-FFF2-40B4-BE49-F238E27FC236}">
                  <a16:creationId xmlns:a16="http://schemas.microsoft.com/office/drawing/2014/main" id="{50AE7F4A-7785-B034-2FFE-D0C204C862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7" name="矩形: 圆角 536">
              <a:extLst>
                <a:ext uri="{FF2B5EF4-FFF2-40B4-BE49-F238E27FC236}">
                  <a16:creationId xmlns:a16="http://schemas.microsoft.com/office/drawing/2014/main" id="{327E2C42-23F6-D302-371F-290FCB0B82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矩形: 圆角 537">
              <a:extLst>
                <a:ext uri="{FF2B5EF4-FFF2-40B4-BE49-F238E27FC236}">
                  <a16:creationId xmlns:a16="http://schemas.microsoft.com/office/drawing/2014/main" id="{6BD638E8-BF43-E1B8-DA8F-FC1C7F150B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矩形: 圆角 538">
              <a:extLst>
                <a:ext uri="{FF2B5EF4-FFF2-40B4-BE49-F238E27FC236}">
                  <a16:creationId xmlns:a16="http://schemas.microsoft.com/office/drawing/2014/main" id="{924BA6D6-B353-A52C-F3BD-CE0826A9A7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矩形: 圆角 539">
              <a:extLst>
                <a:ext uri="{FF2B5EF4-FFF2-40B4-BE49-F238E27FC236}">
                  <a16:creationId xmlns:a16="http://schemas.microsoft.com/office/drawing/2014/main" id="{4943C478-F3D0-E882-8069-9F9340528E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1" name="矩形: 圆角 540">
              <a:extLst>
                <a:ext uri="{FF2B5EF4-FFF2-40B4-BE49-F238E27FC236}">
                  <a16:creationId xmlns:a16="http://schemas.microsoft.com/office/drawing/2014/main" id="{B17D54A0-839B-1435-FB07-7673487BE8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矩形: 圆角 541">
              <a:extLst>
                <a:ext uri="{FF2B5EF4-FFF2-40B4-BE49-F238E27FC236}">
                  <a16:creationId xmlns:a16="http://schemas.microsoft.com/office/drawing/2014/main" id="{9BD5A7FA-6900-F64A-A273-98CC9D102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矩形: 圆角 542">
              <a:extLst>
                <a:ext uri="{FF2B5EF4-FFF2-40B4-BE49-F238E27FC236}">
                  <a16:creationId xmlns:a16="http://schemas.microsoft.com/office/drawing/2014/main" id="{2D318342-4D48-F8C1-39AB-040183C263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4" name="矩形: 圆角 543">
              <a:extLst>
                <a:ext uri="{FF2B5EF4-FFF2-40B4-BE49-F238E27FC236}">
                  <a16:creationId xmlns:a16="http://schemas.microsoft.com/office/drawing/2014/main" id="{5FE5A23F-3E2A-D75C-6C77-B05305717B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矩形: 圆角 544">
              <a:extLst>
                <a:ext uri="{FF2B5EF4-FFF2-40B4-BE49-F238E27FC236}">
                  <a16:creationId xmlns:a16="http://schemas.microsoft.com/office/drawing/2014/main" id="{20F9987C-BE08-8453-43E4-F18F018B2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矩形: 圆角 545">
              <a:extLst>
                <a:ext uri="{FF2B5EF4-FFF2-40B4-BE49-F238E27FC236}">
                  <a16:creationId xmlns:a16="http://schemas.microsoft.com/office/drawing/2014/main" id="{8A9E38CE-DF46-DB5A-36FA-E7E07B8502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矩形: 圆角 546">
              <a:extLst>
                <a:ext uri="{FF2B5EF4-FFF2-40B4-BE49-F238E27FC236}">
                  <a16:creationId xmlns:a16="http://schemas.microsoft.com/office/drawing/2014/main" id="{A1CA4EDA-B0FA-BFCA-200D-9F2A17EE92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矩形: 圆角 547">
              <a:extLst>
                <a:ext uri="{FF2B5EF4-FFF2-40B4-BE49-F238E27FC236}">
                  <a16:creationId xmlns:a16="http://schemas.microsoft.com/office/drawing/2014/main" id="{AD5A490A-44F0-8EA6-EBE9-238A78A586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矩形: 圆角 548">
              <a:extLst>
                <a:ext uri="{FF2B5EF4-FFF2-40B4-BE49-F238E27FC236}">
                  <a16:creationId xmlns:a16="http://schemas.microsoft.com/office/drawing/2014/main" id="{F1F05CBA-CEB8-DFB4-1044-F754D033E8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0" name="组合 549">
            <a:extLst>
              <a:ext uri="{FF2B5EF4-FFF2-40B4-BE49-F238E27FC236}">
                <a16:creationId xmlns:a16="http://schemas.microsoft.com/office/drawing/2014/main" id="{380D65F4-6113-E601-9ABB-C1964E064D45}"/>
              </a:ext>
            </a:extLst>
          </p:cNvPr>
          <p:cNvGrpSpPr/>
          <p:nvPr/>
        </p:nvGrpSpPr>
        <p:grpSpPr>
          <a:xfrm>
            <a:off x="848361" y="5310238"/>
            <a:ext cx="6419635" cy="360000"/>
            <a:chOff x="2143761" y="990184"/>
            <a:chExt cx="6419635" cy="360000"/>
          </a:xfrm>
        </p:grpSpPr>
        <p:sp>
          <p:nvSpPr>
            <p:cNvPr id="551" name="矩形: 圆角 550">
              <a:extLst>
                <a:ext uri="{FF2B5EF4-FFF2-40B4-BE49-F238E27FC236}">
                  <a16:creationId xmlns:a16="http://schemas.microsoft.com/office/drawing/2014/main" id="{06E748CD-0603-EE3B-F6C8-68D79F87AB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2" name="矩形: 圆角 551">
              <a:extLst>
                <a:ext uri="{FF2B5EF4-FFF2-40B4-BE49-F238E27FC236}">
                  <a16:creationId xmlns:a16="http://schemas.microsoft.com/office/drawing/2014/main" id="{15AD10ED-7CE9-12EB-5E39-D627341B92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3" name="矩形: 圆角 552">
              <a:extLst>
                <a:ext uri="{FF2B5EF4-FFF2-40B4-BE49-F238E27FC236}">
                  <a16:creationId xmlns:a16="http://schemas.microsoft.com/office/drawing/2014/main" id="{FC3C80CB-05F6-8097-CD16-92FC194CFD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4" name="矩形: 圆角 553">
              <a:extLst>
                <a:ext uri="{FF2B5EF4-FFF2-40B4-BE49-F238E27FC236}">
                  <a16:creationId xmlns:a16="http://schemas.microsoft.com/office/drawing/2014/main" id="{ED91BD27-FCDD-8F94-DCDE-F7604CA7D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5" name="矩形: 圆角 554">
              <a:extLst>
                <a:ext uri="{FF2B5EF4-FFF2-40B4-BE49-F238E27FC236}">
                  <a16:creationId xmlns:a16="http://schemas.microsoft.com/office/drawing/2014/main" id="{71B770C5-994B-08F1-B030-6AF7B03251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6" name="矩形: 圆角 555">
              <a:extLst>
                <a:ext uri="{FF2B5EF4-FFF2-40B4-BE49-F238E27FC236}">
                  <a16:creationId xmlns:a16="http://schemas.microsoft.com/office/drawing/2014/main" id="{F5EEAB47-DB9A-991E-9A99-5C27F9DB4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矩形: 圆角 556">
              <a:extLst>
                <a:ext uri="{FF2B5EF4-FFF2-40B4-BE49-F238E27FC236}">
                  <a16:creationId xmlns:a16="http://schemas.microsoft.com/office/drawing/2014/main" id="{FADEF237-23D4-A4F5-316C-E5E189482A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矩形: 圆角 557">
              <a:extLst>
                <a:ext uri="{FF2B5EF4-FFF2-40B4-BE49-F238E27FC236}">
                  <a16:creationId xmlns:a16="http://schemas.microsoft.com/office/drawing/2014/main" id="{15D5DDA3-F301-9254-C74E-AA40277763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矩形: 圆角 558">
              <a:extLst>
                <a:ext uri="{FF2B5EF4-FFF2-40B4-BE49-F238E27FC236}">
                  <a16:creationId xmlns:a16="http://schemas.microsoft.com/office/drawing/2014/main" id="{30BACC40-2D54-058D-28DA-AB357222DB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0" name="矩形: 圆角 559">
              <a:extLst>
                <a:ext uri="{FF2B5EF4-FFF2-40B4-BE49-F238E27FC236}">
                  <a16:creationId xmlns:a16="http://schemas.microsoft.com/office/drawing/2014/main" id="{8FAEFFDD-8324-1A28-365C-20354A35F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1" name="矩形: 圆角 560">
              <a:extLst>
                <a:ext uri="{FF2B5EF4-FFF2-40B4-BE49-F238E27FC236}">
                  <a16:creationId xmlns:a16="http://schemas.microsoft.com/office/drawing/2014/main" id="{D0EC93CF-B695-1A82-0DF1-C8628DB3D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2" name="矩形: 圆角 561">
              <a:extLst>
                <a:ext uri="{FF2B5EF4-FFF2-40B4-BE49-F238E27FC236}">
                  <a16:creationId xmlns:a16="http://schemas.microsoft.com/office/drawing/2014/main" id="{CBA3B799-677F-3A7C-01C2-ED45FFBCA2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3" name="矩形: 圆角 562">
              <a:extLst>
                <a:ext uri="{FF2B5EF4-FFF2-40B4-BE49-F238E27FC236}">
                  <a16:creationId xmlns:a16="http://schemas.microsoft.com/office/drawing/2014/main" id="{54108C98-5790-168C-CAEF-8238EE8503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4" name="矩形: 圆角 563">
              <a:extLst>
                <a:ext uri="{FF2B5EF4-FFF2-40B4-BE49-F238E27FC236}">
                  <a16:creationId xmlns:a16="http://schemas.microsoft.com/office/drawing/2014/main" id="{ED51CAD8-1E33-ECB5-927D-C9D526BA32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5" name="矩形: 圆角 564">
              <a:extLst>
                <a:ext uri="{FF2B5EF4-FFF2-40B4-BE49-F238E27FC236}">
                  <a16:creationId xmlns:a16="http://schemas.microsoft.com/office/drawing/2014/main" id="{E3697767-4650-9869-E707-ED9EA528BE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6" name="矩形: 圆角 565">
              <a:extLst>
                <a:ext uri="{FF2B5EF4-FFF2-40B4-BE49-F238E27FC236}">
                  <a16:creationId xmlns:a16="http://schemas.microsoft.com/office/drawing/2014/main" id="{2F1B9CB5-1769-7F7D-BCCB-D17A29168E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7" name="组合 566">
            <a:extLst>
              <a:ext uri="{FF2B5EF4-FFF2-40B4-BE49-F238E27FC236}">
                <a16:creationId xmlns:a16="http://schemas.microsoft.com/office/drawing/2014/main" id="{3B8DE25A-1E95-A17D-BCAD-83DE372AEF6A}"/>
              </a:ext>
            </a:extLst>
          </p:cNvPr>
          <p:cNvGrpSpPr/>
          <p:nvPr/>
        </p:nvGrpSpPr>
        <p:grpSpPr>
          <a:xfrm>
            <a:off x="848361" y="5744855"/>
            <a:ext cx="6419635" cy="360000"/>
            <a:chOff x="2143761" y="990184"/>
            <a:chExt cx="6419635" cy="360000"/>
          </a:xfrm>
        </p:grpSpPr>
        <p:sp>
          <p:nvSpPr>
            <p:cNvPr id="568" name="矩形: 圆角 567">
              <a:extLst>
                <a:ext uri="{FF2B5EF4-FFF2-40B4-BE49-F238E27FC236}">
                  <a16:creationId xmlns:a16="http://schemas.microsoft.com/office/drawing/2014/main" id="{E90E9124-CECD-2375-70FC-E3C0BDB163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矩形: 圆角 568">
              <a:extLst>
                <a:ext uri="{FF2B5EF4-FFF2-40B4-BE49-F238E27FC236}">
                  <a16:creationId xmlns:a16="http://schemas.microsoft.com/office/drawing/2014/main" id="{1DD1EC29-2023-B455-DD10-78A6AE9D16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矩形: 圆角 569">
              <a:extLst>
                <a:ext uri="{FF2B5EF4-FFF2-40B4-BE49-F238E27FC236}">
                  <a16:creationId xmlns:a16="http://schemas.microsoft.com/office/drawing/2014/main" id="{C5E721CE-EA50-9AEE-FDAE-F080A92919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1" name="矩形: 圆角 570">
              <a:extLst>
                <a:ext uri="{FF2B5EF4-FFF2-40B4-BE49-F238E27FC236}">
                  <a16:creationId xmlns:a16="http://schemas.microsoft.com/office/drawing/2014/main" id="{0F5E607E-13B2-7435-2367-49744C159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2" name="矩形: 圆角 571">
              <a:extLst>
                <a:ext uri="{FF2B5EF4-FFF2-40B4-BE49-F238E27FC236}">
                  <a16:creationId xmlns:a16="http://schemas.microsoft.com/office/drawing/2014/main" id="{2EFEEFD5-8592-3C8B-2EE6-EAA3A22363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矩形: 圆角 572">
              <a:extLst>
                <a:ext uri="{FF2B5EF4-FFF2-40B4-BE49-F238E27FC236}">
                  <a16:creationId xmlns:a16="http://schemas.microsoft.com/office/drawing/2014/main" id="{270C1ACF-4EAE-9CEC-DB06-3E94E2BA1F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4" name="矩形: 圆角 573">
              <a:extLst>
                <a:ext uri="{FF2B5EF4-FFF2-40B4-BE49-F238E27FC236}">
                  <a16:creationId xmlns:a16="http://schemas.microsoft.com/office/drawing/2014/main" id="{0745C700-FF1F-DC87-C601-A89F46D9C5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5" name="矩形: 圆角 574">
              <a:extLst>
                <a:ext uri="{FF2B5EF4-FFF2-40B4-BE49-F238E27FC236}">
                  <a16:creationId xmlns:a16="http://schemas.microsoft.com/office/drawing/2014/main" id="{8B9C31B1-8971-E47B-41E6-4CA77A9420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6" name="矩形: 圆角 575">
              <a:extLst>
                <a:ext uri="{FF2B5EF4-FFF2-40B4-BE49-F238E27FC236}">
                  <a16:creationId xmlns:a16="http://schemas.microsoft.com/office/drawing/2014/main" id="{2D93A5AD-D1CE-5BF4-3A46-C10AFF77F3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7" name="矩形: 圆角 576">
              <a:extLst>
                <a:ext uri="{FF2B5EF4-FFF2-40B4-BE49-F238E27FC236}">
                  <a16:creationId xmlns:a16="http://schemas.microsoft.com/office/drawing/2014/main" id="{5E62D031-5D0E-37E6-C7FB-8C793B2809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8" name="矩形: 圆角 577">
              <a:extLst>
                <a:ext uri="{FF2B5EF4-FFF2-40B4-BE49-F238E27FC236}">
                  <a16:creationId xmlns:a16="http://schemas.microsoft.com/office/drawing/2014/main" id="{04A3FA23-D39B-0C38-2B89-910121DB69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9" name="矩形: 圆角 578">
              <a:extLst>
                <a:ext uri="{FF2B5EF4-FFF2-40B4-BE49-F238E27FC236}">
                  <a16:creationId xmlns:a16="http://schemas.microsoft.com/office/drawing/2014/main" id="{1CB244F0-393A-6654-08DC-6790367A79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0" name="矩形: 圆角 579">
              <a:extLst>
                <a:ext uri="{FF2B5EF4-FFF2-40B4-BE49-F238E27FC236}">
                  <a16:creationId xmlns:a16="http://schemas.microsoft.com/office/drawing/2014/main" id="{01E6A924-DAE5-F89B-E59C-AC129CC442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1" name="矩形: 圆角 580">
              <a:extLst>
                <a:ext uri="{FF2B5EF4-FFF2-40B4-BE49-F238E27FC236}">
                  <a16:creationId xmlns:a16="http://schemas.microsoft.com/office/drawing/2014/main" id="{F5B195A8-0961-E1F7-975F-5A82874760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2" name="矩形: 圆角 581">
              <a:extLst>
                <a:ext uri="{FF2B5EF4-FFF2-40B4-BE49-F238E27FC236}">
                  <a16:creationId xmlns:a16="http://schemas.microsoft.com/office/drawing/2014/main" id="{125B5056-5F09-FC87-A408-4F85BD259D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3" name="矩形: 圆角 582">
              <a:extLst>
                <a:ext uri="{FF2B5EF4-FFF2-40B4-BE49-F238E27FC236}">
                  <a16:creationId xmlns:a16="http://schemas.microsoft.com/office/drawing/2014/main" id="{100DA14A-9E50-45E1-BFBC-187730681C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84" name="组合 583">
            <a:extLst>
              <a:ext uri="{FF2B5EF4-FFF2-40B4-BE49-F238E27FC236}">
                <a16:creationId xmlns:a16="http://schemas.microsoft.com/office/drawing/2014/main" id="{7D915A39-BC3D-E398-AE8E-0A73F33330B1}"/>
              </a:ext>
            </a:extLst>
          </p:cNvPr>
          <p:cNvGrpSpPr/>
          <p:nvPr/>
        </p:nvGrpSpPr>
        <p:grpSpPr>
          <a:xfrm>
            <a:off x="848361" y="6179471"/>
            <a:ext cx="6419635" cy="360000"/>
            <a:chOff x="2143761" y="990184"/>
            <a:chExt cx="6419635" cy="360000"/>
          </a:xfrm>
        </p:grpSpPr>
        <p:sp>
          <p:nvSpPr>
            <p:cNvPr id="585" name="矩形: 圆角 584">
              <a:extLst>
                <a:ext uri="{FF2B5EF4-FFF2-40B4-BE49-F238E27FC236}">
                  <a16:creationId xmlns:a16="http://schemas.microsoft.com/office/drawing/2014/main" id="{DA704AFF-6C3B-BB62-2EB8-C89C8B383E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376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矩形: 圆角 585">
              <a:extLst>
                <a:ext uri="{FF2B5EF4-FFF2-40B4-BE49-F238E27FC236}">
                  <a16:creationId xmlns:a16="http://schemas.microsoft.com/office/drawing/2014/main" id="{17B558DD-98D6-70F7-C41A-DC611F9AE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776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矩形: 圆角 586">
              <a:extLst>
                <a:ext uri="{FF2B5EF4-FFF2-40B4-BE49-F238E27FC236}">
                  <a16:creationId xmlns:a16="http://schemas.microsoft.com/office/drawing/2014/main" id="{72987F53-C21A-D3B5-1A58-F4F88F9C76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矩形: 圆角 587">
              <a:extLst>
                <a:ext uri="{FF2B5EF4-FFF2-40B4-BE49-F238E27FC236}">
                  <a16:creationId xmlns:a16="http://schemas.microsoft.com/office/drawing/2014/main" id="{7A66C9F2-DAD7-9236-6C29-E49F8E7E41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75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9" name="矩形: 圆角 588">
              <a:extLst>
                <a:ext uri="{FF2B5EF4-FFF2-40B4-BE49-F238E27FC236}">
                  <a16:creationId xmlns:a16="http://schemas.microsoft.com/office/drawing/2014/main" id="{D6496216-DE5E-7447-0DE4-A44D892CC2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975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0" name="矩形: 圆角 589">
              <a:extLst>
                <a:ext uri="{FF2B5EF4-FFF2-40B4-BE49-F238E27FC236}">
                  <a16:creationId xmlns:a16="http://schemas.microsoft.com/office/drawing/2014/main" id="{BCD57C2E-38CC-BAB3-C1AD-9C4C0DA559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3754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1" name="矩形: 圆角 590">
              <a:extLst>
                <a:ext uri="{FF2B5EF4-FFF2-40B4-BE49-F238E27FC236}">
                  <a16:creationId xmlns:a16="http://schemas.microsoft.com/office/drawing/2014/main" id="{7770E33F-FD76-9E58-55C7-2497ABB5CD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775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2" name="矩形: 圆角 591">
              <a:extLst>
                <a:ext uri="{FF2B5EF4-FFF2-40B4-BE49-F238E27FC236}">
                  <a16:creationId xmlns:a16="http://schemas.microsoft.com/office/drawing/2014/main" id="{AE44A379-9CCB-9C98-C146-C7D48A72F4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75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3" name="矩形: 圆角 592">
              <a:extLst>
                <a:ext uri="{FF2B5EF4-FFF2-40B4-BE49-F238E27FC236}">
                  <a16:creationId xmlns:a16="http://schemas.microsoft.com/office/drawing/2014/main" id="{965CDBB4-B306-818F-E35E-4C071E688E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575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4" name="矩形: 圆角 593">
              <a:extLst>
                <a:ext uri="{FF2B5EF4-FFF2-40B4-BE49-F238E27FC236}">
                  <a16:creationId xmlns:a16="http://schemas.microsoft.com/office/drawing/2014/main" id="{9DD7C151-7215-7CF9-7B95-56187B9CF7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79749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5" name="矩形: 圆角 594">
              <a:extLst>
                <a:ext uri="{FF2B5EF4-FFF2-40B4-BE49-F238E27FC236}">
                  <a16:creationId xmlns:a16="http://schemas.microsoft.com/office/drawing/2014/main" id="{AE982B6C-925A-4B8D-0420-5B670AF85F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3403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6" name="矩形: 圆角 595">
              <a:extLst>
                <a:ext uri="{FF2B5EF4-FFF2-40B4-BE49-F238E27FC236}">
                  <a16:creationId xmlns:a16="http://schemas.microsoft.com/office/drawing/2014/main" id="{C7FCFC6C-EF53-4811-2F31-DE9D70836F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7402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7" name="矩形: 圆角 596">
              <a:extLst>
                <a:ext uri="{FF2B5EF4-FFF2-40B4-BE49-F238E27FC236}">
                  <a16:creationId xmlns:a16="http://schemas.microsoft.com/office/drawing/2014/main" id="{D2400CF2-1AEC-31BC-D3F6-4D2A776D64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1401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8" name="矩形: 圆角 597">
              <a:extLst>
                <a:ext uri="{FF2B5EF4-FFF2-40B4-BE49-F238E27FC236}">
                  <a16:creationId xmlns:a16="http://schemas.microsoft.com/office/drawing/2014/main" id="{61AA6233-0BA1-B9E0-2226-B991B89ED7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5400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9" name="矩形: 圆角 598">
              <a:extLst>
                <a:ext uri="{FF2B5EF4-FFF2-40B4-BE49-F238E27FC236}">
                  <a16:creationId xmlns:a16="http://schemas.microsoft.com/office/drawing/2014/main" id="{59164E80-4508-7B30-07FD-376C478427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398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0" name="矩形: 圆角 599">
              <a:extLst>
                <a:ext uri="{FF2B5EF4-FFF2-40B4-BE49-F238E27FC236}">
                  <a16:creationId xmlns:a16="http://schemas.microsoft.com/office/drawing/2014/main" id="{0EC74E31-A4FF-9925-2EAE-4A41192DFD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3396" y="990184"/>
              <a:ext cx="360000" cy="360000"/>
            </a:xfrm>
            <a:prstGeom prst="roundRect">
              <a:avLst/>
            </a:prstGeom>
            <a:solidFill>
              <a:srgbClr val="B41B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531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656D62-E82F-29E4-C164-837E72839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57" y="213750"/>
            <a:ext cx="6757304" cy="643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2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0DC7511-736B-E971-3722-B00D4919002F}"/>
              </a:ext>
            </a:extLst>
          </p:cNvPr>
          <p:cNvSpPr/>
          <p:nvPr/>
        </p:nvSpPr>
        <p:spPr>
          <a:xfrm>
            <a:off x="3846941" y="1005423"/>
            <a:ext cx="2302927" cy="5318665"/>
          </a:xfrm>
          <a:custGeom>
            <a:avLst/>
            <a:gdLst>
              <a:gd name="csX0" fmla="*/ 1799772 w 3657600"/>
              <a:gd name="csY0" fmla="*/ 0 h 8447315"/>
              <a:gd name="csX1" fmla="*/ 0 w 3657600"/>
              <a:gd name="csY1" fmla="*/ 8418288 h 8447315"/>
              <a:gd name="csX2" fmla="*/ 3657600 w 3657600"/>
              <a:gd name="csY2" fmla="*/ 8447315 h 8447315"/>
              <a:gd name="csX3" fmla="*/ 1799772 w 3657600"/>
              <a:gd name="csY3" fmla="*/ 0 h 844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57600" h="8447315">
                <a:moveTo>
                  <a:pt x="1799772" y="0"/>
                </a:moveTo>
                <a:lnTo>
                  <a:pt x="0" y="8418288"/>
                </a:lnTo>
                <a:lnTo>
                  <a:pt x="3657600" y="8447315"/>
                </a:lnTo>
                <a:lnTo>
                  <a:pt x="1799772" y="0"/>
                </a:lnTo>
                <a:close/>
              </a:path>
            </a:pathLst>
          </a:custGeom>
          <a:gradFill flip="none" rotWithShape="0">
            <a:gsLst>
              <a:gs pos="0">
                <a:srgbClr val="B01A2E"/>
              </a:gs>
              <a:gs pos="51600">
                <a:srgbClr val="D9909A">
                  <a:alpha val="66000"/>
                </a:srgbClr>
              </a:gs>
              <a:gs pos="100000">
                <a:srgbClr val="FFFFFF">
                  <a:alpha val="0"/>
                </a:srgb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0D08D0-9733-2431-8342-446D48685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07878" y="505681"/>
            <a:ext cx="10222302" cy="6858000"/>
          </a:xfrm>
          <a:prstGeom prst="rect">
            <a:avLst/>
          </a:prstGeom>
          <a:gradFill flip="none" rotWithShape="1">
            <a:gsLst>
              <a:gs pos="0">
                <a:srgbClr val="266AA9">
                  <a:alpha val="7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89782A9-887C-D063-9650-0857C863F2BD}"/>
              </a:ext>
            </a:extLst>
          </p:cNvPr>
          <p:cNvSpPr/>
          <p:nvPr/>
        </p:nvSpPr>
        <p:spPr>
          <a:xfrm>
            <a:off x="2390002" y="1499191"/>
            <a:ext cx="5387939" cy="3968274"/>
          </a:xfrm>
          <a:custGeom>
            <a:avLst/>
            <a:gdLst>
              <a:gd name="csX0" fmla="*/ 8557339 w 8557339"/>
              <a:gd name="csY0" fmla="*/ 6302570 h 6302570"/>
              <a:gd name="csX1" fmla="*/ 0 w 8557339"/>
              <a:gd name="csY1" fmla="*/ 2316844 h 6302570"/>
              <a:gd name="csX2" fmla="*/ 1858090 w 8557339"/>
              <a:gd name="csY2" fmla="*/ 0 h 6302570"/>
              <a:gd name="csX3" fmla="*/ 8557339 w 8557339"/>
              <a:gd name="csY3" fmla="*/ 6302570 h 63025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57339" h="6302570">
                <a:moveTo>
                  <a:pt x="8557339" y="6302570"/>
                </a:moveTo>
                <a:lnTo>
                  <a:pt x="0" y="2316844"/>
                </a:lnTo>
                <a:lnTo>
                  <a:pt x="1858090" y="0"/>
                </a:lnTo>
                <a:lnTo>
                  <a:pt x="8557339" y="6302570"/>
                </a:lnTo>
                <a:close/>
              </a:path>
            </a:pathLst>
          </a:custGeom>
          <a:gradFill flip="none" rotWithShape="0">
            <a:gsLst>
              <a:gs pos="0">
                <a:srgbClr val="EF8F67"/>
              </a:gs>
              <a:gs pos="50000">
                <a:srgbClr val="F4B397">
                  <a:alpha val="61000"/>
                </a:srgbClr>
              </a:gs>
              <a:gs pos="100000">
                <a:srgbClr val="FFFFFF">
                  <a:alpha val="0"/>
                </a:srgb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05D026F-C1EB-FD58-18B6-B66D6A83E652}"/>
              </a:ext>
            </a:extLst>
          </p:cNvPr>
          <p:cNvSpPr/>
          <p:nvPr/>
        </p:nvSpPr>
        <p:spPr>
          <a:xfrm>
            <a:off x="10513929" y="1212849"/>
            <a:ext cx="625642" cy="625642"/>
          </a:xfrm>
          <a:prstGeom prst="ellipse">
            <a:avLst/>
          </a:prstGeom>
          <a:solidFill>
            <a:srgbClr val="B41B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FF7C40-BD3B-FAD5-90CC-D4A5CF1CEF7E}"/>
              </a:ext>
            </a:extLst>
          </p:cNvPr>
          <p:cNvSpPr/>
          <p:nvPr/>
        </p:nvSpPr>
        <p:spPr>
          <a:xfrm>
            <a:off x="11421979" y="1212849"/>
            <a:ext cx="625642" cy="625642"/>
          </a:xfrm>
          <a:prstGeom prst="ellipse">
            <a:avLst/>
          </a:prstGeom>
          <a:solidFill>
            <a:srgbClr val="266A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7182F08-4850-680C-AA26-F366D3D082AB}"/>
              </a:ext>
            </a:extLst>
          </p:cNvPr>
          <p:cNvSpPr/>
          <p:nvPr/>
        </p:nvSpPr>
        <p:spPr>
          <a:xfrm>
            <a:off x="10560529" y="2222499"/>
            <a:ext cx="625642" cy="625642"/>
          </a:xfrm>
          <a:prstGeom prst="ellipse">
            <a:avLst/>
          </a:prstGeom>
          <a:solidFill>
            <a:srgbClr val="EF8F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46F5B10-9EC0-839D-B448-D6FA879156CF}"/>
              </a:ext>
            </a:extLst>
          </p:cNvPr>
          <p:cNvSpPr/>
          <p:nvPr/>
        </p:nvSpPr>
        <p:spPr>
          <a:xfrm>
            <a:off x="2432112" y="1412011"/>
            <a:ext cx="5361953" cy="3904140"/>
          </a:xfrm>
          <a:custGeom>
            <a:avLst/>
            <a:gdLst>
              <a:gd name="csX0" fmla="*/ 8888759 w 8888759"/>
              <a:gd name="csY0" fmla="*/ 1999343 h 6200711"/>
              <a:gd name="csX1" fmla="*/ 0 w 8888759"/>
              <a:gd name="csY1" fmla="*/ 6200711 h 6200711"/>
              <a:gd name="csX2" fmla="*/ 6843538 w 8888759"/>
              <a:gd name="csY2" fmla="*/ 0 h 6200711"/>
              <a:gd name="csX3" fmla="*/ 8888759 w 8888759"/>
              <a:gd name="csY3" fmla="*/ 1999343 h 62007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88759" h="6200711">
                <a:moveTo>
                  <a:pt x="8888759" y="1999343"/>
                </a:moveTo>
                <a:lnTo>
                  <a:pt x="0" y="6200711"/>
                </a:lnTo>
                <a:lnTo>
                  <a:pt x="6843538" y="0"/>
                </a:lnTo>
                <a:lnTo>
                  <a:pt x="8888759" y="1999343"/>
                </a:lnTo>
                <a:close/>
              </a:path>
            </a:pathLst>
          </a:custGeom>
          <a:gradFill flip="none" rotWithShape="1">
            <a:gsLst>
              <a:gs pos="0">
                <a:srgbClr val="266AA9"/>
              </a:gs>
              <a:gs pos="49000">
                <a:srgbClr val="407CB3">
                  <a:alpha val="21000"/>
                </a:srgbClr>
              </a:gs>
              <a:gs pos="99000">
                <a:srgbClr val="FFFFFF">
                  <a:alpha val="0"/>
                </a:srgb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形 21" descr="狗 纯色填充">
            <a:extLst>
              <a:ext uri="{FF2B5EF4-FFF2-40B4-BE49-F238E27FC236}">
                <a16:creationId xmlns:a16="http://schemas.microsoft.com/office/drawing/2014/main" id="{E46F3A49-2F0A-29CE-881C-95137B617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1487" y="4706008"/>
            <a:ext cx="914400" cy="914400"/>
          </a:xfrm>
          <a:prstGeom prst="rect">
            <a:avLst/>
          </a:prstGeom>
          <a:scene3d>
            <a:camera prst="orthographicFront">
              <a:rot lat="20999999" lon="1799989" rev="0"/>
            </a:camera>
            <a:lightRig rig="threePt" dir="t"/>
          </a:scene3d>
        </p:spPr>
      </p:pic>
      <p:pic>
        <p:nvPicPr>
          <p:cNvPr id="23" name="图形 22" descr="狗 纯色填充">
            <a:extLst>
              <a:ext uri="{FF2B5EF4-FFF2-40B4-BE49-F238E27FC236}">
                <a16:creationId xmlns:a16="http://schemas.microsoft.com/office/drawing/2014/main" id="{4640FFE8-2D6D-0DB1-CB29-5D36433C74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5957" y="343756"/>
            <a:ext cx="659835" cy="914400"/>
          </a:xfrm>
          <a:prstGeom prst="rect">
            <a:avLst/>
          </a:prstGeom>
          <a:scene3d>
            <a:camera prst="orthographicFront">
              <a:rot lat="2390254" lon="2189547" rev="223967"/>
            </a:camera>
            <a:lightRig rig="threePt" dir="t"/>
          </a:scene3d>
          <a:sp3d extrusionH="330200"/>
        </p:spPr>
      </p:pic>
      <p:pic>
        <p:nvPicPr>
          <p:cNvPr id="24" name="图形 23" descr="狗 纯色填充">
            <a:extLst>
              <a:ext uri="{FF2B5EF4-FFF2-40B4-BE49-F238E27FC236}">
                <a16:creationId xmlns:a16="http://schemas.microsoft.com/office/drawing/2014/main" id="{5966BF52-9D22-EB1E-A010-5DD47B20C6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677577" y="4858951"/>
            <a:ext cx="914400" cy="914400"/>
          </a:xfrm>
          <a:prstGeom prst="rect">
            <a:avLst/>
          </a:prstGeom>
          <a:scene3d>
            <a:camera prst="orthographicFront">
              <a:rot lat="20960585" lon="19833886" rev="21447488"/>
            </a:camera>
            <a:lightRig rig="threePt" dir="t"/>
          </a:scene3d>
        </p:spPr>
      </p:pic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002FD8B-5E85-40F1-7AF4-97B81DC4B2E3}"/>
              </a:ext>
            </a:extLst>
          </p:cNvPr>
          <p:cNvSpPr/>
          <p:nvPr/>
        </p:nvSpPr>
        <p:spPr>
          <a:xfrm>
            <a:off x="4371975" y="2898775"/>
            <a:ext cx="1212396" cy="1214438"/>
          </a:xfrm>
          <a:custGeom>
            <a:avLst/>
            <a:gdLst>
              <a:gd name="csX0" fmla="*/ 661988 w 1212396"/>
              <a:gd name="csY0" fmla="*/ 0 h 1214438"/>
              <a:gd name="csX1" fmla="*/ 109538 w 1212396"/>
              <a:gd name="csY1" fmla="*/ 485775 h 1214438"/>
              <a:gd name="csX2" fmla="*/ 0 w 1212396"/>
              <a:gd name="csY2" fmla="*/ 971550 h 1214438"/>
              <a:gd name="csX3" fmla="*/ 490538 w 1212396"/>
              <a:gd name="csY3" fmla="*/ 1214438 h 1214438"/>
              <a:gd name="csX4" fmla="*/ 1212396 w 1212396"/>
              <a:gd name="csY4" fmla="*/ 868135 h 1214438"/>
              <a:gd name="csX5" fmla="*/ 1128713 w 1212396"/>
              <a:gd name="csY5" fmla="*/ 430213 h 1214438"/>
              <a:gd name="csX6" fmla="*/ 661988 w 1212396"/>
              <a:gd name="csY6" fmla="*/ 0 h 1214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12396" h="1214438">
                <a:moveTo>
                  <a:pt x="661988" y="0"/>
                </a:moveTo>
                <a:lnTo>
                  <a:pt x="109538" y="485775"/>
                </a:lnTo>
                <a:lnTo>
                  <a:pt x="0" y="971550"/>
                </a:lnTo>
                <a:lnTo>
                  <a:pt x="490538" y="1214438"/>
                </a:lnTo>
                <a:lnTo>
                  <a:pt x="1212396" y="868135"/>
                </a:lnTo>
                <a:lnTo>
                  <a:pt x="1128713" y="430213"/>
                </a:lnTo>
                <a:lnTo>
                  <a:pt x="661988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6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65BE-2549-2970-D97C-AF042E81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3D1C386B-0D7F-2106-AA9C-499FAA79A7C1}"/>
              </a:ext>
            </a:extLst>
          </p:cNvPr>
          <p:cNvCxnSpPr>
            <a:cxnSpLocks/>
            <a:stCxn id="100" idx="5"/>
          </p:cNvCxnSpPr>
          <p:nvPr/>
        </p:nvCxnSpPr>
        <p:spPr>
          <a:xfrm flipV="1">
            <a:off x="3263501" y="3476670"/>
            <a:ext cx="3487762" cy="1681896"/>
          </a:xfrm>
          <a:prstGeom prst="line">
            <a:avLst/>
          </a:prstGeom>
          <a:ln w="19050">
            <a:solidFill>
              <a:schemeClr val="accent2">
                <a:lumMod val="50000"/>
                <a:alpha val="88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8C043B91-C2DD-D764-5C37-E0D5A30DA7D5}"/>
              </a:ext>
            </a:extLst>
          </p:cNvPr>
          <p:cNvCxnSpPr>
            <a:cxnSpLocks/>
            <a:stCxn id="100" idx="4"/>
            <a:endCxn id="107" idx="3"/>
          </p:cNvCxnSpPr>
          <p:nvPr/>
        </p:nvCxnSpPr>
        <p:spPr>
          <a:xfrm>
            <a:off x="3263502" y="5576078"/>
            <a:ext cx="3469258" cy="975539"/>
          </a:xfrm>
          <a:prstGeom prst="line">
            <a:avLst/>
          </a:prstGeom>
          <a:ln w="19050">
            <a:solidFill>
              <a:schemeClr val="accent2">
                <a:lumMod val="50000"/>
                <a:alpha val="88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B0C6B014-5701-7514-6FF1-BC80437809A9}"/>
              </a:ext>
            </a:extLst>
          </p:cNvPr>
          <p:cNvSpPr/>
          <p:nvPr/>
        </p:nvSpPr>
        <p:spPr>
          <a:xfrm>
            <a:off x="-7992408" y="2111048"/>
            <a:ext cx="3880799" cy="2573498"/>
          </a:xfrm>
          <a:custGeom>
            <a:avLst/>
            <a:gdLst>
              <a:gd name="csX0" fmla="*/ 0 w 4274457"/>
              <a:gd name="csY0" fmla="*/ 1712686 h 3077028"/>
              <a:gd name="csX1" fmla="*/ 0 w 4274457"/>
              <a:gd name="csY1" fmla="*/ 2119086 h 3077028"/>
              <a:gd name="csX2" fmla="*/ 4230915 w 4274457"/>
              <a:gd name="csY2" fmla="*/ 3077028 h 3077028"/>
              <a:gd name="csX3" fmla="*/ 4274457 w 4274457"/>
              <a:gd name="csY3" fmla="*/ 0 h 3077028"/>
              <a:gd name="csX4" fmla="*/ 0 w 4274457"/>
              <a:gd name="csY4" fmla="*/ 1712686 h 30770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74457" h="3077028">
                <a:moveTo>
                  <a:pt x="0" y="1712686"/>
                </a:moveTo>
                <a:lnTo>
                  <a:pt x="0" y="2119086"/>
                </a:lnTo>
                <a:lnTo>
                  <a:pt x="4230915" y="3077028"/>
                </a:lnTo>
                <a:lnTo>
                  <a:pt x="4274457" y="0"/>
                </a:lnTo>
                <a:lnTo>
                  <a:pt x="0" y="1712686"/>
                </a:lnTo>
                <a:close/>
              </a:path>
            </a:pathLst>
          </a:custGeom>
          <a:gradFill flip="none" rotWithShape="0">
            <a:gsLst>
              <a:gs pos="54000">
                <a:schemeClr val="bg2">
                  <a:lumMod val="75000"/>
                  <a:alpha val="11000"/>
                </a:schemeClr>
              </a:gs>
              <a:gs pos="100000">
                <a:srgbClr val="FFFFFF">
                  <a:alpha val="0"/>
                </a:srgbClr>
              </a:gs>
              <a:gs pos="0">
                <a:srgbClr val="FFFFFF">
                  <a:alpha val="9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D53D80-40B6-4BFD-5A88-AFBF7563B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35647" y="7916735"/>
            <a:ext cx="10789941" cy="5486411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5A8925D-0798-1CA4-D6BB-54B24D131E71}"/>
              </a:ext>
            </a:extLst>
          </p:cNvPr>
          <p:cNvCxnSpPr>
            <a:cxnSpLocks/>
          </p:cNvCxnSpPr>
          <p:nvPr/>
        </p:nvCxnSpPr>
        <p:spPr>
          <a:xfrm flipV="1">
            <a:off x="995242" y="177010"/>
            <a:ext cx="3289300" cy="2749550"/>
          </a:xfrm>
          <a:prstGeom prst="line">
            <a:avLst/>
          </a:prstGeom>
          <a:ln w="12700">
            <a:solidFill>
              <a:schemeClr val="dk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E544E6D-B2DA-A53F-6D70-E0778E4DF6CC}"/>
              </a:ext>
            </a:extLst>
          </p:cNvPr>
          <p:cNvCxnSpPr>
            <a:cxnSpLocks/>
          </p:cNvCxnSpPr>
          <p:nvPr/>
        </p:nvCxnSpPr>
        <p:spPr>
          <a:xfrm flipV="1">
            <a:off x="995242" y="1453360"/>
            <a:ext cx="4039394" cy="1473200"/>
          </a:xfrm>
          <a:prstGeom prst="line">
            <a:avLst/>
          </a:prstGeom>
          <a:ln w="12700">
            <a:solidFill>
              <a:schemeClr val="dk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3A16247-33B1-4352-D4E0-E948030C3EDC}"/>
              </a:ext>
            </a:extLst>
          </p:cNvPr>
          <p:cNvCxnSpPr>
            <a:cxnSpLocks/>
          </p:cNvCxnSpPr>
          <p:nvPr/>
        </p:nvCxnSpPr>
        <p:spPr>
          <a:xfrm flipV="1">
            <a:off x="995242" y="864080"/>
            <a:ext cx="3556159" cy="2062480"/>
          </a:xfrm>
          <a:prstGeom prst="line">
            <a:avLst/>
          </a:prstGeom>
          <a:ln w="15875">
            <a:solidFill>
              <a:schemeClr val="dk1"/>
            </a:solidFill>
            <a:prstDash val="soli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弧形 34">
            <a:extLst>
              <a:ext uri="{FF2B5EF4-FFF2-40B4-BE49-F238E27FC236}">
                <a16:creationId xmlns:a16="http://schemas.microsoft.com/office/drawing/2014/main" id="{D36A8B76-FB1F-F336-D655-DB607C0EADCD}"/>
              </a:ext>
            </a:extLst>
          </p:cNvPr>
          <p:cNvSpPr/>
          <p:nvPr/>
        </p:nvSpPr>
        <p:spPr>
          <a:xfrm>
            <a:off x="734255" y="1724112"/>
            <a:ext cx="1753791" cy="1753791"/>
          </a:xfrm>
          <a:prstGeom prst="arc">
            <a:avLst>
              <a:gd name="adj1" fmla="val 18633390"/>
              <a:gd name="adj2" fmla="val 20788967"/>
            </a:avLst>
          </a:prstGeom>
          <a:ln w="9525">
            <a:solidFill>
              <a:schemeClr val="dk1"/>
            </a:solidFill>
            <a:prstDash val="soli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C2F545F-56CC-5F1D-0C15-9B6717A988FA}"/>
              </a:ext>
            </a:extLst>
          </p:cNvPr>
          <p:cNvCxnSpPr>
            <a:cxnSpLocks/>
          </p:cNvCxnSpPr>
          <p:nvPr/>
        </p:nvCxnSpPr>
        <p:spPr>
          <a:xfrm>
            <a:off x="1016673" y="2926560"/>
            <a:ext cx="129421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  <a:headEnd w="sm" len="med"/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弧形 36">
            <a:extLst>
              <a:ext uri="{FF2B5EF4-FFF2-40B4-BE49-F238E27FC236}">
                <a16:creationId xmlns:a16="http://schemas.microsoft.com/office/drawing/2014/main" id="{B4386052-D684-6F34-EA70-7B3B5E10D5A1}"/>
              </a:ext>
            </a:extLst>
          </p:cNvPr>
          <p:cNvSpPr/>
          <p:nvPr/>
        </p:nvSpPr>
        <p:spPr>
          <a:xfrm>
            <a:off x="-98004" y="2039137"/>
            <a:ext cx="1753791" cy="1753791"/>
          </a:xfrm>
          <a:prstGeom prst="arc">
            <a:avLst>
              <a:gd name="adj1" fmla="val 20311777"/>
              <a:gd name="adj2" fmla="val 9511"/>
            </a:avLst>
          </a:prstGeom>
          <a:ln w="9525">
            <a:solidFill>
              <a:schemeClr val="dk1"/>
            </a:solidFill>
            <a:prstDash val="soli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23DF36F-A78F-007A-D936-1BB878E6E7EF}"/>
                  </a:ext>
                </a:extLst>
              </p:cNvPr>
              <p:cNvSpPr txBox="1"/>
              <p:nvPr/>
            </p:nvSpPr>
            <p:spPr>
              <a:xfrm>
                <a:off x="2328990" y="1756820"/>
                <a:ext cx="1949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23DF36F-A78F-007A-D936-1BB878E6E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990" y="1756820"/>
                <a:ext cx="194990" cy="276999"/>
              </a:xfrm>
              <a:prstGeom prst="rect">
                <a:avLst/>
              </a:prstGeom>
              <a:blipFill>
                <a:blip r:embed="rId3"/>
                <a:stretch>
                  <a:fillRect l="-28125" r="-21875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ACB7EB-9D87-F060-0CF0-21300CB54658}"/>
                  </a:ext>
                </a:extLst>
              </p:cNvPr>
              <p:cNvSpPr txBox="1"/>
              <p:nvPr/>
            </p:nvSpPr>
            <p:spPr>
              <a:xfrm>
                <a:off x="1684231" y="2578966"/>
                <a:ext cx="2588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ACB7EB-9D87-F060-0CF0-21300CB54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231" y="2578966"/>
                <a:ext cx="258852" cy="276999"/>
              </a:xfrm>
              <a:prstGeom prst="rect">
                <a:avLst/>
              </a:prstGeom>
              <a:blipFill>
                <a:blip r:embed="rId4"/>
                <a:stretch>
                  <a:fillRect l="-18605" r="-2326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1823005-C585-4E6A-21FE-E7F104F7925F}"/>
                  </a:ext>
                </a:extLst>
              </p:cNvPr>
              <p:cNvSpPr txBox="1"/>
              <p:nvPr/>
            </p:nvSpPr>
            <p:spPr>
              <a:xfrm>
                <a:off x="2532251" y="2021609"/>
                <a:ext cx="1949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1823005-C585-4E6A-21FE-E7F104F7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251" y="2021609"/>
                <a:ext cx="194990" cy="276999"/>
              </a:xfrm>
              <a:prstGeom prst="rect">
                <a:avLst/>
              </a:prstGeom>
              <a:blipFill>
                <a:blip r:embed="rId5"/>
                <a:stretch>
                  <a:fillRect l="-28125" r="-21875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A159E05-600A-7809-F8E6-E8CBE8F5826C}"/>
                  </a:ext>
                </a:extLst>
              </p:cNvPr>
              <p:cNvSpPr txBox="1"/>
              <p:nvPr/>
            </p:nvSpPr>
            <p:spPr>
              <a:xfrm>
                <a:off x="3385610" y="96225"/>
                <a:ext cx="667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A159E05-600A-7809-F8E6-E8CBE8F5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610" y="96225"/>
                <a:ext cx="667042" cy="276999"/>
              </a:xfrm>
              <a:prstGeom prst="rect">
                <a:avLst/>
              </a:prstGeom>
              <a:blipFill>
                <a:blip r:embed="rId6"/>
                <a:stretch>
                  <a:fillRect l="-6364" r="-5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0B91168-5D65-8D56-1E6C-65F18FCA3951}"/>
                  </a:ext>
                </a:extLst>
              </p:cNvPr>
              <p:cNvSpPr txBox="1"/>
              <p:nvPr/>
            </p:nvSpPr>
            <p:spPr>
              <a:xfrm>
                <a:off x="4487803" y="1712664"/>
                <a:ext cx="667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0B91168-5D65-8D56-1E6C-65F18FCA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803" y="1712664"/>
                <a:ext cx="667042" cy="276999"/>
              </a:xfrm>
              <a:prstGeom prst="rect">
                <a:avLst/>
              </a:prstGeom>
              <a:blipFill>
                <a:blip r:embed="rId7"/>
                <a:stretch>
                  <a:fillRect l="-6364" r="-5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>
            <a:extLst>
              <a:ext uri="{FF2B5EF4-FFF2-40B4-BE49-F238E27FC236}">
                <a16:creationId xmlns:a16="http://schemas.microsoft.com/office/drawing/2014/main" id="{76B848F3-618F-80BB-7B43-CCB0773B9DA5}"/>
              </a:ext>
            </a:extLst>
          </p:cNvPr>
          <p:cNvSpPr/>
          <p:nvPr/>
        </p:nvSpPr>
        <p:spPr>
          <a:xfrm>
            <a:off x="980739" y="2880156"/>
            <a:ext cx="72000" cy="72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98ABB9A-E1FB-292D-26C2-91FB17BD933A}"/>
                  </a:ext>
                </a:extLst>
              </p:cNvPr>
              <p:cNvSpPr txBox="1"/>
              <p:nvPr/>
            </p:nvSpPr>
            <p:spPr>
              <a:xfrm>
                <a:off x="2310305" y="2855965"/>
                <a:ext cx="192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98ABB9A-E1FB-292D-26C2-91FB17BD9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305" y="2855965"/>
                <a:ext cx="192937" cy="276999"/>
              </a:xfrm>
              <a:prstGeom prst="rect">
                <a:avLst/>
              </a:prstGeom>
              <a:blipFill>
                <a:blip r:embed="rId8"/>
                <a:stretch>
                  <a:fillRect l="-15625"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1574CC9-6240-0523-FF30-355A931DBD6B}"/>
                  </a:ext>
                </a:extLst>
              </p:cNvPr>
              <p:cNvSpPr txBox="1"/>
              <p:nvPr/>
            </p:nvSpPr>
            <p:spPr>
              <a:xfrm>
                <a:off x="717947" y="2847571"/>
                <a:ext cx="2488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1574CC9-6240-0523-FF30-355A931DB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47" y="2847571"/>
                <a:ext cx="248851" cy="276999"/>
              </a:xfrm>
              <a:prstGeom prst="rect">
                <a:avLst/>
              </a:prstGeom>
              <a:blipFill>
                <a:blip r:embed="rId9"/>
                <a:stretch>
                  <a:fillRect l="-21951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AD2CAB65-62F4-3248-8D6F-0BF3B5DF35E7}"/>
              </a:ext>
            </a:extLst>
          </p:cNvPr>
          <p:cNvGrpSpPr/>
          <p:nvPr/>
        </p:nvGrpSpPr>
        <p:grpSpPr>
          <a:xfrm>
            <a:off x="812550" y="3171689"/>
            <a:ext cx="4260443" cy="3598757"/>
            <a:chOff x="1094434" y="3279217"/>
            <a:chExt cx="4260443" cy="35987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61033B2-0A7A-85EA-54ED-291F07E25E8C}"/>
                    </a:ext>
                  </a:extLst>
                </p:cNvPr>
                <p:cNvSpPr txBox="1"/>
                <p:nvPr/>
              </p:nvSpPr>
              <p:spPr>
                <a:xfrm>
                  <a:off x="1094434" y="6600975"/>
                  <a:ext cx="2762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61033B2-0A7A-85EA-54ED-291F07E25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34" y="6600975"/>
                  <a:ext cx="27622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391" r="-2174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47E0EB8A-2816-4EF2-E5E3-471E99A19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3733" y="4293860"/>
              <a:ext cx="2428165" cy="231771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FD393623-E85B-A872-DCFC-1BEED9776E1D}"/>
                </a:ext>
              </a:extLst>
            </p:cNvPr>
            <p:cNvSpPr/>
            <p:nvPr/>
          </p:nvSpPr>
          <p:spPr>
            <a:xfrm>
              <a:off x="1351733" y="6611571"/>
              <a:ext cx="72000" cy="720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FDEF38E8-2BE6-8D67-1126-BD9632E21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0596" y="5365269"/>
              <a:ext cx="2848884" cy="126087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F27019AC-4AE8-7D5A-687B-E4D029FD62B4}"/>
                </a:ext>
              </a:extLst>
            </p:cNvPr>
            <p:cNvSpPr/>
            <p:nvPr/>
          </p:nvSpPr>
          <p:spPr>
            <a:xfrm>
              <a:off x="4975996" y="6611571"/>
              <a:ext cx="72000" cy="720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824938D9-5D0E-0BD0-547D-D612EF7A5966}"/>
                </a:ext>
              </a:extLst>
            </p:cNvPr>
            <p:cNvSpPr/>
            <p:nvPr/>
          </p:nvSpPr>
          <p:spPr>
            <a:xfrm>
              <a:off x="3490432" y="3505325"/>
              <a:ext cx="72000" cy="720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AD0B8787-1219-C43C-B054-E2319CDB9BCD}"/>
                </a:ext>
              </a:extLst>
            </p:cNvPr>
            <p:cNvCxnSpPr>
              <a:cxnSpLocks/>
              <a:endCxn id="80" idx="2"/>
            </p:cNvCxnSpPr>
            <p:nvPr/>
          </p:nvCxnSpPr>
          <p:spPr>
            <a:xfrm flipV="1">
              <a:off x="2565500" y="3577325"/>
              <a:ext cx="960932" cy="275488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5D053D73-312E-0CD5-57CE-BBDC5A5FE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26432" y="3570975"/>
              <a:ext cx="42863" cy="289204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5CEF1B6-05AF-4DCF-DBD4-420CD96AE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8370" y="4428874"/>
              <a:ext cx="2307626" cy="2182697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AD7B24C9-216E-6E63-3937-C3B21B2428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8690" y="5390797"/>
              <a:ext cx="2867306" cy="124630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AE9D40B0-F0BC-27CB-3840-2B5B8FCB9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2716" y="3570975"/>
              <a:ext cx="213716" cy="1479109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B3B51D65-D012-614D-71A4-680302230D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9147" y="5706552"/>
              <a:ext cx="1339850" cy="907757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0323F8B7-1E9B-4215-A177-F74DE6B368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2432" y="5651746"/>
              <a:ext cx="1419914" cy="983125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4A47B2E1-CDE5-7D1B-FFD5-D250D698437E}"/>
                </a:ext>
              </a:extLst>
            </p:cNvPr>
            <p:cNvSpPr/>
            <p:nvPr/>
          </p:nvSpPr>
          <p:spPr>
            <a:xfrm>
              <a:off x="2794497" y="4924781"/>
              <a:ext cx="751040" cy="920749"/>
            </a:xfrm>
            <a:custGeom>
              <a:avLst/>
              <a:gdLst>
                <a:gd name="csX0" fmla="*/ 387351 w 751040"/>
                <a:gd name="csY0" fmla="*/ 0 h 920749"/>
                <a:gd name="csX1" fmla="*/ 204788 w 751040"/>
                <a:gd name="csY1" fmla="*/ 174624 h 920749"/>
                <a:gd name="csX2" fmla="*/ 0 w 751040"/>
                <a:gd name="csY2" fmla="*/ 758825 h 920749"/>
                <a:gd name="csX3" fmla="*/ 376238 w 751040"/>
                <a:gd name="csY3" fmla="*/ 920749 h 920749"/>
                <a:gd name="csX4" fmla="*/ 750889 w 751040"/>
                <a:gd name="csY4" fmla="*/ 758825 h 920749"/>
                <a:gd name="csX5" fmla="*/ 750888 w 751040"/>
                <a:gd name="csY5" fmla="*/ 341313 h 920749"/>
                <a:gd name="csX6" fmla="*/ 387351 w 751040"/>
                <a:gd name="csY6" fmla="*/ 0 h 920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51040" h="920749">
                  <a:moveTo>
                    <a:pt x="387351" y="0"/>
                  </a:moveTo>
                  <a:lnTo>
                    <a:pt x="204788" y="174624"/>
                  </a:lnTo>
                  <a:lnTo>
                    <a:pt x="0" y="758825"/>
                  </a:lnTo>
                  <a:lnTo>
                    <a:pt x="376238" y="920749"/>
                  </a:lnTo>
                  <a:lnTo>
                    <a:pt x="750889" y="758825"/>
                  </a:lnTo>
                  <a:cubicBezTo>
                    <a:pt x="750360" y="621242"/>
                    <a:pt x="751417" y="478896"/>
                    <a:pt x="750888" y="341313"/>
                  </a:cubicBezTo>
                  <a:lnTo>
                    <a:pt x="387351" y="0"/>
                  </a:lnTo>
                  <a:close/>
                </a:path>
              </a:pathLst>
            </a:custGeom>
            <a:pattFill prst="diagBrick">
              <a:fgClr>
                <a:schemeClr val="bg1">
                  <a:lumMod val="75000"/>
                </a:schemeClr>
              </a:fgClr>
              <a:bgClr>
                <a:schemeClr val="bg1">
                  <a:lumMod val="85000"/>
                </a:schemeClr>
              </a:bgClr>
            </a:pattFill>
            <a:ln w="22225">
              <a:solidFill>
                <a:srgbClr val="EF8F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73D0C7DE-60CA-1522-C569-46B879962249}"/>
                    </a:ext>
                  </a:extLst>
                </p:cNvPr>
                <p:cNvSpPr txBox="1"/>
                <p:nvPr/>
              </p:nvSpPr>
              <p:spPr>
                <a:xfrm>
                  <a:off x="3092286" y="5292197"/>
                  <a:ext cx="3269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altLang="zh-CN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73D0C7DE-60CA-1522-C569-46B879962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2286" y="5292197"/>
                  <a:ext cx="32694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4815" r="-3704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ABB3F18C-51B2-D09F-CEF6-95D7B6B55A1B}"/>
                    </a:ext>
                  </a:extLst>
                </p:cNvPr>
                <p:cNvSpPr txBox="1"/>
                <p:nvPr/>
              </p:nvSpPr>
              <p:spPr>
                <a:xfrm>
                  <a:off x="5073325" y="6556810"/>
                  <a:ext cx="2815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ABB3F18C-51B2-D09F-CEF6-95D7B6B55A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3325" y="6556810"/>
                  <a:ext cx="28155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9565" r="-434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9E27F2F-EBF3-821C-9398-8BED67861436}"/>
                    </a:ext>
                  </a:extLst>
                </p:cNvPr>
                <p:cNvSpPr txBox="1"/>
                <p:nvPr/>
              </p:nvSpPr>
              <p:spPr>
                <a:xfrm>
                  <a:off x="3208880" y="3279217"/>
                  <a:ext cx="2815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9E27F2F-EBF3-821C-9398-8BED67861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8880" y="3279217"/>
                  <a:ext cx="28155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7391" r="-4348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87639850-1735-805B-26D3-2F5C888322AE}"/>
              </a:ext>
            </a:extLst>
          </p:cNvPr>
          <p:cNvGrpSpPr/>
          <p:nvPr/>
        </p:nvGrpSpPr>
        <p:grpSpPr>
          <a:xfrm>
            <a:off x="3544455" y="3363312"/>
            <a:ext cx="6387242" cy="6387242"/>
            <a:chOff x="6537062" y="3355815"/>
            <a:chExt cx="6387242" cy="6387242"/>
          </a:xfrm>
        </p:grpSpPr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524CCE53-0E4C-2476-D36C-63F1D8B2F842}"/>
                </a:ext>
              </a:extLst>
            </p:cNvPr>
            <p:cNvSpPr/>
            <p:nvPr/>
          </p:nvSpPr>
          <p:spPr>
            <a:xfrm>
              <a:off x="8472444" y="3477903"/>
              <a:ext cx="2501063" cy="3066217"/>
            </a:xfrm>
            <a:custGeom>
              <a:avLst/>
              <a:gdLst>
                <a:gd name="csX0" fmla="*/ 387351 w 751040"/>
                <a:gd name="csY0" fmla="*/ 0 h 920749"/>
                <a:gd name="csX1" fmla="*/ 204788 w 751040"/>
                <a:gd name="csY1" fmla="*/ 174624 h 920749"/>
                <a:gd name="csX2" fmla="*/ 0 w 751040"/>
                <a:gd name="csY2" fmla="*/ 758825 h 920749"/>
                <a:gd name="csX3" fmla="*/ 376238 w 751040"/>
                <a:gd name="csY3" fmla="*/ 920749 h 920749"/>
                <a:gd name="csX4" fmla="*/ 750889 w 751040"/>
                <a:gd name="csY4" fmla="*/ 758825 h 920749"/>
                <a:gd name="csX5" fmla="*/ 750888 w 751040"/>
                <a:gd name="csY5" fmla="*/ 341313 h 920749"/>
                <a:gd name="csX6" fmla="*/ 387351 w 751040"/>
                <a:gd name="csY6" fmla="*/ 0 h 920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51040" h="920749">
                  <a:moveTo>
                    <a:pt x="387351" y="0"/>
                  </a:moveTo>
                  <a:lnTo>
                    <a:pt x="204788" y="174624"/>
                  </a:lnTo>
                  <a:lnTo>
                    <a:pt x="0" y="758825"/>
                  </a:lnTo>
                  <a:lnTo>
                    <a:pt x="376238" y="920749"/>
                  </a:lnTo>
                  <a:lnTo>
                    <a:pt x="750889" y="758825"/>
                  </a:lnTo>
                  <a:cubicBezTo>
                    <a:pt x="750360" y="621242"/>
                    <a:pt x="751417" y="478896"/>
                    <a:pt x="750888" y="341313"/>
                  </a:cubicBezTo>
                  <a:lnTo>
                    <a:pt x="387351" y="0"/>
                  </a:lnTo>
                  <a:close/>
                </a:path>
              </a:pathLst>
            </a:custGeom>
            <a:pattFill prst="diagBrick">
              <a:fgClr>
                <a:schemeClr val="bg1">
                  <a:lumMod val="75000"/>
                </a:schemeClr>
              </a:fgClr>
              <a:bgClr>
                <a:schemeClr val="bg1">
                  <a:lumMod val="85000"/>
                </a:schemeClr>
              </a:bgClr>
            </a:pattFill>
            <a:ln w="22225">
              <a:solidFill>
                <a:srgbClr val="EF8F6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EDD12939-E9A1-C896-101E-B1EA685DDA8F}"/>
                </a:ext>
              </a:extLst>
            </p:cNvPr>
            <p:cNvCxnSpPr>
              <a:cxnSpLocks/>
              <a:stCxn id="107" idx="3"/>
              <a:endCxn id="107" idx="0"/>
            </p:cNvCxnSpPr>
            <p:nvPr/>
          </p:nvCxnSpPr>
          <p:spPr>
            <a:xfrm flipV="1">
              <a:off x="9725367" y="3477903"/>
              <a:ext cx="37007" cy="3066217"/>
            </a:xfrm>
            <a:prstGeom prst="line">
              <a:avLst/>
            </a:prstGeom>
            <a:ln w="15875">
              <a:solidFill>
                <a:schemeClr val="dk1"/>
              </a:solidFill>
              <a:prstDash val="solid"/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3F64AE8-A7BD-5F07-F7B0-D8EECC3EB86A}"/>
                </a:ext>
              </a:extLst>
            </p:cNvPr>
            <p:cNvCxnSpPr>
              <a:cxnSpLocks/>
              <a:stCxn id="107" idx="3"/>
              <a:endCxn id="107" idx="5"/>
            </p:cNvCxnSpPr>
            <p:nvPr/>
          </p:nvCxnSpPr>
          <p:spPr>
            <a:xfrm flipV="1">
              <a:off x="9725367" y="4614521"/>
              <a:ext cx="1247634" cy="1929599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soli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5E07BAEB-2C20-B958-6E97-8AC83093AAE1}"/>
                </a:ext>
              </a:extLst>
            </p:cNvPr>
            <p:cNvCxnSpPr>
              <a:cxnSpLocks/>
              <a:stCxn id="107" idx="3"/>
              <a:endCxn id="107" idx="1"/>
            </p:cNvCxnSpPr>
            <p:nvPr/>
          </p:nvCxnSpPr>
          <p:spPr>
            <a:xfrm flipH="1" flipV="1">
              <a:off x="9154415" y="4059424"/>
              <a:ext cx="570952" cy="248469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soli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空心弧 124">
              <a:extLst>
                <a:ext uri="{FF2B5EF4-FFF2-40B4-BE49-F238E27FC236}">
                  <a16:creationId xmlns:a16="http://schemas.microsoft.com/office/drawing/2014/main" id="{18AED4DE-822E-34FB-B30E-F8D9DE3C63C5}"/>
                </a:ext>
              </a:extLst>
            </p:cNvPr>
            <p:cNvSpPr/>
            <p:nvPr/>
          </p:nvSpPr>
          <p:spPr>
            <a:xfrm>
              <a:off x="6537062" y="3355815"/>
              <a:ext cx="6387242" cy="6387242"/>
            </a:xfrm>
            <a:prstGeom prst="blockArc">
              <a:avLst>
                <a:gd name="adj1" fmla="val 15412126"/>
                <a:gd name="adj2" fmla="val 18174752"/>
                <a:gd name="adj3" fmla="val 45122"/>
              </a:avLst>
            </a:prstGeom>
            <a:gradFill flip="none" rotWithShape="0">
              <a:gsLst>
                <a:gs pos="50000">
                  <a:srgbClr val="FF9E74">
                    <a:alpha val="20000"/>
                  </a:srgbClr>
                </a:gs>
                <a:gs pos="100000">
                  <a:srgbClr val="AD1D2E">
                    <a:lumMod val="50000"/>
                    <a:lumOff val="50000"/>
                    <a:alpha val="0"/>
                  </a:srgbClr>
                </a:gs>
                <a:gs pos="0">
                  <a:srgbClr val="266AA9">
                    <a:lumMod val="83000"/>
                    <a:lumOff val="17000"/>
                    <a:alpha val="62000"/>
                  </a:srgbClr>
                </a:gs>
              </a:gsLst>
              <a:lin ang="16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6" name="弧形 125">
              <a:extLst>
                <a:ext uri="{FF2B5EF4-FFF2-40B4-BE49-F238E27FC236}">
                  <a16:creationId xmlns:a16="http://schemas.microsoft.com/office/drawing/2014/main" id="{BB713DA1-FD11-73C7-D60F-15456FD8D6C5}"/>
                </a:ext>
              </a:extLst>
            </p:cNvPr>
            <p:cNvSpPr/>
            <p:nvPr/>
          </p:nvSpPr>
          <p:spPr>
            <a:xfrm>
              <a:off x="6892699" y="3459615"/>
              <a:ext cx="5760000" cy="5760000"/>
            </a:xfrm>
            <a:prstGeom prst="arc">
              <a:avLst>
                <a:gd name="adj1" fmla="val 15011587"/>
                <a:gd name="adj2" fmla="val 18480937"/>
              </a:avLst>
            </a:prstGeom>
            <a:noFill/>
            <a:ln>
              <a:solidFill>
                <a:schemeClr val="tx1"/>
              </a:solidFill>
              <a:prstDash val="solid"/>
              <a:headEnd type="triangle" w="sm" len="lg"/>
              <a:tailEnd type="triangle" w="sm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2476789 w 6387242"/>
                        <a:gd name="csY0" fmla="*/ 81489 h 6387242"/>
                        <a:gd name="csX1" fmla="*/ 4960341 w 6387242"/>
                        <a:gd name="csY1" fmla="*/ 533187 h 63872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6387242" h="6387242" stroke="0" extrusionOk="0">
                          <a:moveTo>
                            <a:pt x="2476789" y="81489"/>
                          </a:moveTo>
                          <a:cubicBezTo>
                            <a:pt x="3135607" y="-236248"/>
                            <a:pt x="4196824" y="60272"/>
                            <a:pt x="4960341" y="533187"/>
                          </a:cubicBezTo>
                          <a:cubicBezTo>
                            <a:pt x="4881398" y="765384"/>
                            <a:pt x="4722048" y="773737"/>
                            <a:pt x="4630553" y="1029801"/>
                          </a:cubicBezTo>
                          <a:cubicBezTo>
                            <a:pt x="4539058" y="1285865"/>
                            <a:pt x="4421782" y="1335089"/>
                            <a:pt x="4353767" y="1446603"/>
                          </a:cubicBezTo>
                          <a:cubicBezTo>
                            <a:pt x="4285752" y="1558117"/>
                            <a:pt x="4191664" y="1632419"/>
                            <a:pt x="4094648" y="1836800"/>
                          </a:cubicBezTo>
                          <a:cubicBezTo>
                            <a:pt x="3997632" y="2041181"/>
                            <a:pt x="3893870" y="2125917"/>
                            <a:pt x="3782528" y="2306810"/>
                          </a:cubicBezTo>
                          <a:cubicBezTo>
                            <a:pt x="3671185" y="2487703"/>
                            <a:pt x="3562286" y="2622544"/>
                            <a:pt x="3505742" y="2723611"/>
                          </a:cubicBezTo>
                          <a:cubicBezTo>
                            <a:pt x="3449198" y="2824678"/>
                            <a:pt x="3232223" y="3015280"/>
                            <a:pt x="3193621" y="3193621"/>
                          </a:cubicBezTo>
                          <a:cubicBezTo>
                            <a:pt x="3137907" y="3068908"/>
                            <a:pt x="3153434" y="2823825"/>
                            <a:pt x="3088486" y="2737175"/>
                          </a:cubicBezTo>
                          <a:cubicBezTo>
                            <a:pt x="3023538" y="2650525"/>
                            <a:pt x="3031235" y="2335848"/>
                            <a:pt x="2969014" y="2218486"/>
                          </a:cubicBezTo>
                          <a:cubicBezTo>
                            <a:pt x="2906793" y="2101124"/>
                            <a:pt x="2901081" y="1751452"/>
                            <a:pt x="2835205" y="1637555"/>
                          </a:cubicBezTo>
                          <a:cubicBezTo>
                            <a:pt x="2769329" y="1523658"/>
                            <a:pt x="2790707" y="1332678"/>
                            <a:pt x="2722901" y="1149988"/>
                          </a:cubicBezTo>
                          <a:cubicBezTo>
                            <a:pt x="2655095" y="967298"/>
                            <a:pt x="2691376" y="896773"/>
                            <a:pt x="2610598" y="662420"/>
                          </a:cubicBezTo>
                          <a:cubicBezTo>
                            <a:pt x="2529819" y="428067"/>
                            <a:pt x="2568456" y="316034"/>
                            <a:pt x="2476789" y="81489"/>
                          </a:cubicBezTo>
                          <a:close/>
                        </a:path>
                        <a:path w="6387242" h="6387242" fill="none" extrusionOk="0">
                          <a:moveTo>
                            <a:pt x="2476789" y="81489"/>
                          </a:moveTo>
                          <a:cubicBezTo>
                            <a:pt x="3513711" y="-274887"/>
                            <a:pt x="4244382" y="-21354"/>
                            <a:pt x="4960341" y="53318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弧形 129">
              <a:extLst>
                <a:ext uri="{FF2B5EF4-FFF2-40B4-BE49-F238E27FC236}">
                  <a16:creationId xmlns:a16="http://schemas.microsoft.com/office/drawing/2014/main" id="{4C2B6FD1-7517-6671-4B78-787E0E36641B}"/>
                </a:ext>
              </a:extLst>
            </p:cNvPr>
            <p:cNvSpPr/>
            <p:nvPr/>
          </p:nvSpPr>
          <p:spPr>
            <a:xfrm>
              <a:off x="6892699" y="3457773"/>
              <a:ext cx="5760000" cy="5760000"/>
            </a:xfrm>
            <a:prstGeom prst="arc">
              <a:avLst>
                <a:gd name="adj1" fmla="val 14482410"/>
                <a:gd name="adj2" fmla="val 15052735"/>
              </a:avLst>
            </a:prstGeom>
            <a:noFill/>
            <a:ln>
              <a:solidFill>
                <a:schemeClr val="tx1"/>
              </a:solidFill>
              <a:prstDash val="dashDot"/>
              <a:headEnd type="none" w="sm" len="lg"/>
              <a:tailEnd type="none" w="sm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2476789 w 6387242"/>
                        <a:gd name="csY0" fmla="*/ 81489 h 6387242"/>
                        <a:gd name="csX1" fmla="*/ 4960341 w 6387242"/>
                        <a:gd name="csY1" fmla="*/ 533187 h 63872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6387242" h="6387242" stroke="0" extrusionOk="0">
                          <a:moveTo>
                            <a:pt x="2476789" y="81489"/>
                          </a:moveTo>
                          <a:cubicBezTo>
                            <a:pt x="3135607" y="-236248"/>
                            <a:pt x="4196824" y="60272"/>
                            <a:pt x="4960341" y="533187"/>
                          </a:cubicBezTo>
                          <a:cubicBezTo>
                            <a:pt x="4881398" y="765384"/>
                            <a:pt x="4722048" y="773737"/>
                            <a:pt x="4630553" y="1029801"/>
                          </a:cubicBezTo>
                          <a:cubicBezTo>
                            <a:pt x="4539058" y="1285865"/>
                            <a:pt x="4421782" y="1335089"/>
                            <a:pt x="4353767" y="1446603"/>
                          </a:cubicBezTo>
                          <a:cubicBezTo>
                            <a:pt x="4285752" y="1558117"/>
                            <a:pt x="4191664" y="1632419"/>
                            <a:pt x="4094648" y="1836800"/>
                          </a:cubicBezTo>
                          <a:cubicBezTo>
                            <a:pt x="3997632" y="2041181"/>
                            <a:pt x="3893870" y="2125917"/>
                            <a:pt x="3782528" y="2306810"/>
                          </a:cubicBezTo>
                          <a:cubicBezTo>
                            <a:pt x="3671185" y="2487703"/>
                            <a:pt x="3562286" y="2622544"/>
                            <a:pt x="3505742" y="2723611"/>
                          </a:cubicBezTo>
                          <a:cubicBezTo>
                            <a:pt x="3449198" y="2824678"/>
                            <a:pt x="3232223" y="3015280"/>
                            <a:pt x="3193621" y="3193621"/>
                          </a:cubicBezTo>
                          <a:cubicBezTo>
                            <a:pt x="3137907" y="3068908"/>
                            <a:pt x="3153434" y="2823825"/>
                            <a:pt x="3088486" y="2737175"/>
                          </a:cubicBezTo>
                          <a:cubicBezTo>
                            <a:pt x="3023538" y="2650525"/>
                            <a:pt x="3031235" y="2335848"/>
                            <a:pt x="2969014" y="2218486"/>
                          </a:cubicBezTo>
                          <a:cubicBezTo>
                            <a:pt x="2906793" y="2101124"/>
                            <a:pt x="2901081" y="1751452"/>
                            <a:pt x="2835205" y="1637555"/>
                          </a:cubicBezTo>
                          <a:cubicBezTo>
                            <a:pt x="2769329" y="1523658"/>
                            <a:pt x="2790707" y="1332678"/>
                            <a:pt x="2722901" y="1149988"/>
                          </a:cubicBezTo>
                          <a:cubicBezTo>
                            <a:pt x="2655095" y="967298"/>
                            <a:pt x="2691376" y="896773"/>
                            <a:pt x="2610598" y="662420"/>
                          </a:cubicBezTo>
                          <a:cubicBezTo>
                            <a:pt x="2529819" y="428067"/>
                            <a:pt x="2568456" y="316034"/>
                            <a:pt x="2476789" y="81489"/>
                          </a:cubicBezTo>
                          <a:close/>
                        </a:path>
                        <a:path w="6387242" h="6387242" fill="none" extrusionOk="0">
                          <a:moveTo>
                            <a:pt x="2476789" y="81489"/>
                          </a:moveTo>
                          <a:cubicBezTo>
                            <a:pt x="3513711" y="-274887"/>
                            <a:pt x="4244382" y="-21354"/>
                            <a:pt x="4960341" y="53318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1" name="弧形 130">
              <a:extLst>
                <a:ext uri="{FF2B5EF4-FFF2-40B4-BE49-F238E27FC236}">
                  <a16:creationId xmlns:a16="http://schemas.microsoft.com/office/drawing/2014/main" id="{77B53803-B113-4920-8C1D-E0DCA6BC5E59}"/>
                </a:ext>
              </a:extLst>
            </p:cNvPr>
            <p:cNvSpPr/>
            <p:nvPr/>
          </p:nvSpPr>
          <p:spPr>
            <a:xfrm>
              <a:off x="6882374" y="3457773"/>
              <a:ext cx="5760000" cy="5760000"/>
            </a:xfrm>
            <a:prstGeom prst="arc">
              <a:avLst>
                <a:gd name="adj1" fmla="val 18378009"/>
                <a:gd name="adj2" fmla="val 19032118"/>
              </a:avLst>
            </a:prstGeom>
            <a:noFill/>
            <a:ln>
              <a:solidFill>
                <a:schemeClr val="tx1"/>
              </a:solidFill>
              <a:prstDash val="dashDot"/>
              <a:headEnd type="none" w="sm" len="lg"/>
              <a:tailEnd type="none" w="sm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2476789 w 6387242"/>
                        <a:gd name="csY0" fmla="*/ 81489 h 6387242"/>
                        <a:gd name="csX1" fmla="*/ 4960341 w 6387242"/>
                        <a:gd name="csY1" fmla="*/ 533187 h 63872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6387242" h="6387242" stroke="0" extrusionOk="0">
                          <a:moveTo>
                            <a:pt x="2476789" y="81489"/>
                          </a:moveTo>
                          <a:cubicBezTo>
                            <a:pt x="3135607" y="-236248"/>
                            <a:pt x="4196824" y="60272"/>
                            <a:pt x="4960341" y="533187"/>
                          </a:cubicBezTo>
                          <a:cubicBezTo>
                            <a:pt x="4881398" y="765384"/>
                            <a:pt x="4722048" y="773737"/>
                            <a:pt x="4630553" y="1029801"/>
                          </a:cubicBezTo>
                          <a:cubicBezTo>
                            <a:pt x="4539058" y="1285865"/>
                            <a:pt x="4421782" y="1335089"/>
                            <a:pt x="4353767" y="1446603"/>
                          </a:cubicBezTo>
                          <a:cubicBezTo>
                            <a:pt x="4285752" y="1558117"/>
                            <a:pt x="4191664" y="1632419"/>
                            <a:pt x="4094648" y="1836800"/>
                          </a:cubicBezTo>
                          <a:cubicBezTo>
                            <a:pt x="3997632" y="2041181"/>
                            <a:pt x="3893870" y="2125917"/>
                            <a:pt x="3782528" y="2306810"/>
                          </a:cubicBezTo>
                          <a:cubicBezTo>
                            <a:pt x="3671185" y="2487703"/>
                            <a:pt x="3562286" y="2622544"/>
                            <a:pt x="3505742" y="2723611"/>
                          </a:cubicBezTo>
                          <a:cubicBezTo>
                            <a:pt x="3449198" y="2824678"/>
                            <a:pt x="3232223" y="3015280"/>
                            <a:pt x="3193621" y="3193621"/>
                          </a:cubicBezTo>
                          <a:cubicBezTo>
                            <a:pt x="3137907" y="3068908"/>
                            <a:pt x="3153434" y="2823825"/>
                            <a:pt x="3088486" y="2737175"/>
                          </a:cubicBezTo>
                          <a:cubicBezTo>
                            <a:pt x="3023538" y="2650525"/>
                            <a:pt x="3031235" y="2335848"/>
                            <a:pt x="2969014" y="2218486"/>
                          </a:cubicBezTo>
                          <a:cubicBezTo>
                            <a:pt x="2906793" y="2101124"/>
                            <a:pt x="2901081" y="1751452"/>
                            <a:pt x="2835205" y="1637555"/>
                          </a:cubicBezTo>
                          <a:cubicBezTo>
                            <a:pt x="2769329" y="1523658"/>
                            <a:pt x="2790707" y="1332678"/>
                            <a:pt x="2722901" y="1149988"/>
                          </a:cubicBezTo>
                          <a:cubicBezTo>
                            <a:pt x="2655095" y="967298"/>
                            <a:pt x="2691376" y="896773"/>
                            <a:pt x="2610598" y="662420"/>
                          </a:cubicBezTo>
                          <a:cubicBezTo>
                            <a:pt x="2529819" y="428067"/>
                            <a:pt x="2568456" y="316034"/>
                            <a:pt x="2476789" y="81489"/>
                          </a:cubicBezTo>
                          <a:close/>
                        </a:path>
                        <a:path w="6387242" h="6387242" fill="none" extrusionOk="0">
                          <a:moveTo>
                            <a:pt x="2476789" y="81489"/>
                          </a:moveTo>
                          <a:cubicBezTo>
                            <a:pt x="3513711" y="-274887"/>
                            <a:pt x="4244382" y="-21354"/>
                            <a:pt x="4960341" y="53318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CFE4DB6-25DF-9B70-A499-1D07CAEB6FE6}"/>
                    </a:ext>
                  </a:extLst>
                </p:cNvPr>
                <p:cNvSpPr txBox="1"/>
                <p:nvPr/>
              </p:nvSpPr>
              <p:spPr>
                <a:xfrm>
                  <a:off x="10443429" y="6189439"/>
                  <a:ext cx="435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l-GR" altLang="zh-CN" sz="24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2400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/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CFE4DB6-25DF-9B70-A499-1D07CAEB6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3429" y="6189439"/>
                  <a:ext cx="435952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13889" r="-2778"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弧形 133">
              <a:extLst>
                <a:ext uri="{FF2B5EF4-FFF2-40B4-BE49-F238E27FC236}">
                  <a16:creationId xmlns:a16="http://schemas.microsoft.com/office/drawing/2014/main" id="{842B8351-A344-4EBC-B4A0-9E6D28AF4D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5870" y="4260462"/>
              <a:ext cx="4536000" cy="4536000"/>
            </a:xfrm>
            <a:prstGeom prst="arc">
              <a:avLst>
                <a:gd name="adj1" fmla="val 16200000"/>
                <a:gd name="adj2" fmla="val 18512045"/>
              </a:avLst>
            </a:prstGeom>
            <a:noFill/>
            <a:ln>
              <a:solidFill>
                <a:schemeClr val="tx1"/>
              </a:solidFill>
              <a:prstDash val="dashDot"/>
              <a:headEnd type="triangle" w="sm" len="lg"/>
              <a:tailEnd type="none" w="sm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2476789 w 6387242"/>
                        <a:gd name="csY0" fmla="*/ 81489 h 6387242"/>
                        <a:gd name="csX1" fmla="*/ 4960341 w 6387242"/>
                        <a:gd name="csY1" fmla="*/ 533187 h 63872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6387242" h="6387242" stroke="0" extrusionOk="0">
                          <a:moveTo>
                            <a:pt x="2476789" y="81489"/>
                          </a:moveTo>
                          <a:cubicBezTo>
                            <a:pt x="3135607" y="-236248"/>
                            <a:pt x="4196824" y="60272"/>
                            <a:pt x="4960341" y="533187"/>
                          </a:cubicBezTo>
                          <a:cubicBezTo>
                            <a:pt x="4881398" y="765384"/>
                            <a:pt x="4722048" y="773737"/>
                            <a:pt x="4630553" y="1029801"/>
                          </a:cubicBezTo>
                          <a:cubicBezTo>
                            <a:pt x="4539058" y="1285865"/>
                            <a:pt x="4421782" y="1335089"/>
                            <a:pt x="4353767" y="1446603"/>
                          </a:cubicBezTo>
                          <a:cubicBezTo>
                            <a:pt x="4285752" y="1558117"/>
                            <a:pt x="4191664" y="1632419"/>
                            <a:pt x="4094648" y="1836800"/>
                          </a:cubicBezTo>
                          <a:cubicBezTo>
                            <a:pt x="3997632" y="2041181"/>
                            <a:pt x="3893870" y="2125917"/>
                            <a:pt x="3782528" y="2306810"/>
                          </a:cubicBezTo>
                          <a:cubicBezTo>
                            <a:pt x="3671185" y="2487703"/>
                            <a:pt x="3562286" y="2622544"/>
                            <a:pt x="3505742" y="2723611"/>
                          </a:cubicBezTo>
                          <a:cubicBezTo>
                            <a:pt x="3449198" y="2824678"/>
                            <a:pt x="3232223" y="3015280"/>
                            <a:pt x="3193621" y="3193621"/>
                          </a:cubicBezTo>
                          <a:cubicBezTo>
                            <a:pt x="3137907" y="3068908"/>
                            <a:pt x="3153434" y="2823825"/>
                            <a:pt x="3088486" y="2737175"/>
                          </a:cubicBezTo>
                          <a:cubicBezTo>
                            <a:pt x="3023538" y="2650525"/>
                            <a:pt x="3031235" y="2335848"/>
                            <a:pt x="2969014" y="2218486"/>
                          </a:cubicBezTo>
                          <a:cubicBezTo>
                            <a:pt x="2906793" y="2101124"/>
                            <a:pt x="2901081" y="1751452"/>
                            <a:pt x="2835205" y="1637555"/>
                          </a:cubicBezTo>
                          <a:cubicBezTo>
                            <a:pt x="2769329" y="1523658"/>
                            <a:pt x="2790707" y="1332678"/>
                            <a:pt x="2722901" y="1149988"/>
                          </a:cubicBezTo>
                          <a:cubicBezTo>
                            <a:pt x="2655095" y="967298"/>
                            <a:pt x="2691376" y="896773"/>
                            <a:pt x="2610598" y="662420"/>
                          </a:cubicBezTo>
                          <a:cubicBezTo>
                            <a:pt x="2529819" y="428067"/>
                            <a:pt x="2568456" y="316034"/>
                            <a:pt x="2476789" y="81489"/>
                          </a:cubicBezTo>
                          <a:close/>
                        </a:path>
                        <a:path w="6387242" h="6387242" fill="none" extrusionOk="0">
                          <a:moveTo>
                            <a:pt x="2476789" y="81489"/>
                          </a:moveTo>
                          <a:cubicBezTo>
                            <a:pt x="3513711" y="-274887"/>
                            <a:pt x="4244382" y="-21354"/>
                            <a:pt x="4960341" y="53318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6" name="弧形 135">
              <a:extLst>
                <a:ext uri="{FF2B5EF4-FFF2-40B4-BE49-F238E27FC236}">
                  <a16:creationId xmlns:a16="http://schemas.microsoft.com/office/drawing/2014/main" id="{35904635-2656-8B70-55F0-13B82CBA06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66582" y="3998041"/>
              <a:ext cx="5094000" cy="5094000"/>
            </a:xfrm>
            <a:prstGeom prst="arc">
              <a:avLst>
                <a:gd name="adj1" fmla="val 15202020"/>
                <a:gd name="adj2" fmla="val 16254105"/>
              </a:avLst>
            </a:prstGeom>
            <a:noFill/>
            <a:ln>
              <a:solidFill>
                <a:schemeClr val="tx1"/>
              </a:solidFill>
              <a:prstDash val="dashDot"/>
              <a:headEnd type="none" w="sm" len="lg"/>
              <a:tailEnd type="triangle" w="sm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2476789 w 6387242"/>
                        <a:gd name="csY0" fmla="*/ 81489 h 6387242"/>
                        <a:gd name="csX1" fmla="*/ 4960341 w 6387242"/>
                        <a:gd name="csY1" fmla="*/ 533187 h 638724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6387242" h="6387242" stroke="0" extrusionOk="0">
                          <a:moveTo>
                            <a:pt x="2476789" y="81489"/>
                          </a:moveTo>
                          <a:cubicBezTo>
                            <a:pt x="3135607" y="-236248"/>
                            <a:pt x="4196824" y="60272"/>
                            <a:pt x="4960341" y="533187"/>
                          </a:cubicBezTo>
                          <a:cubicBezTo>
                            <a:pt x="4881398" y="765384"/>
                            <a:pt x="4722048" y="773737"/>
                            <a:pt x="4630553" y="1029801"/>
                          </a:cubicBezTo>
                          <a:cubicBezTo>
                            <a:pt x="4539058" y="1285865"/>
                            <a:pt x="4421782" y="1335089"/>
                            <a:pt x="4353767" y="1446603"/>
                          </a:cubicBezTo>
                          <a:cubicBezTo>
                            <a:pt x="4285752" y="1558117"/>
                            <a:pt x="4191664" y="1632419"/>
                            <a:pt x="4094648" y="1836800"/>
                          </a:cubicBezTo>
                          <a:cubicBezTo>
                            <a:pt x="3997632" y="2041181"/>
                            <a:pt x="3893870" y="2125917"/>
                            <a:pt x="3782528" y="2306810"/>
                          </a:cubicBezTo>
                          <a:cubicBezTo>
                            <a:pt x="3671185" y="2487703"/>
                            <a:pt x="3562286" y="2622544"/>
                            <a:pt x="3505742" y="2723611"/>
                          </a:cubicBezTo>
                          <a:cubicBezTo>
                            <a:pt x="3449198" y="2824678"/>
                            <a:pt x="3232223" y="3015280"/>
                            <a:pt x="3193621" y="3193621"/>
                          </a:cubicBezTo>
                          <a:cubicBezTo>
                            <a:pt x="3137907" y="3068908"/>
                            <a:pt x="3153434" y="2823825"/>
                            <a:pt x="3088486" y="2737175"/>
                          </a:cubicBezTo>
                          <a:cubicBezTo>
                            <a:pt x="3023538" y="2650525"/>
                            <a:pt x="3031235" y="2335848"/>
                            <a:pt x="2969014" y="2218486"/>
                          </a:cubicBezTo>
                          <a:cubicBezTo>
                            <a:pt x="2906793" y="2101124"/>
                            <a:pt x="2901081" y="1751452"/>
                            <a:pt x="2835205" y="1637555"/>
                          </a:cubicBezTo>
                          <a:cubicBezTo>
                            <a:pt x="2769329" y="1523658"/>
                            <a:pt x="2790707" y="1332678"/>
                            <a:pt x="2722901" y="1149988"/>
                          </a:cubicBezTo>
                          <a:cubicBezTo>
                            <a:pt x="2655095" y="967298"/>
                            <a:pt x="2691376" y="896773"/>
                            <a:pt x="2610598" y="662420"/>
                          </a:cubicBezTo>
                          <a:cubicBezTo>
                            <a:pt x="2529819" y="428067"/>
                            <a:pt x="2568456" y="316034"/>
                            <a:pt x="2476789" y="81489"/>
                          </a:cubicBezTo>
                          <a:close/>
                        </a:path>
                        <a:path w="6387242" h="6387242" fill="none" extrusionOk="0">
                          <a:moveTo>
                            <a:pt x="2476789" y="81489"/>
                          </a:moveTo>
                          <a:cubicBezTo>
                            <a:pt x="3513711" y="-274887"/>
                            <a:pt x="4244382" y="-21354"/>
                            <a:pt x="4960341" y="533187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EE6C19CA-D5DF-CE83-B2AD-6B991802A555}"/>
                    </a:ext>
                  </a:extLst>
                </p:cNvPr>
                <p:cNvSpPr txBox="1"/>
                <p:nvPr/>
              </p:nvSpPr>
              <p:spPr>
                <a:xfrm>
                  <a:off x="9851206" y="4949146"/>
                  <a:ext cx="13677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diam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EE6C19CA-D5DF-CE83-B2AD-6B991802A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206" y="4949146"/>
                  <a:ext cx="136774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125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B34B0B7-E1D5-5096-46B7-CD102E9A6133}"/>
                    </a:ext>
                  </a:extLst>
                </p:cNvPr>
                <p:cNvSpPr txBox="1"/>
                <p:nvPr/>
              </p:nvSpPr>
              <p:spPr>
                <a:xfrm>
                  <a:off x="9798397" y="3443122"/>
                  <a:ext cx="3795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B34B0B7-E1D5-5096-46B7-CD102E9A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8397" y="3443122"/>
                  <a:ext cx="379527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17460" r="-3175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C683927-F21B-FDA8-3B52-33747D6B4A11}"/>
                    </a:ext>
                  </a:extLst>
                </p:cNvPr>
                <p:cNvSpPr txBox="1"/>
                <p:nvPr/>
              </p:nvSpPr>
              <p:spPr>
                <a:xfrm>
                  <a:off x="9851206" y="6397725"/>
                  <a:ext cx="2564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en-US" altLang="zh-CN" sz="2400" b="0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C683927-F21B-FDA8-3B52-33747D6B4A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206" y="6397725"/>
                  <a:ext cx="256480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26190" r="-2619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34AB1DDE-04A6-1DFF-9678-095E50BB4252}"/>
                    </a:ext>
                  </a:extLst>
                </p:cNvPr>
                <p:cNvSpPr txBox="1"/>
                <p:nvPr/>
              </p:nvSpPr>
              <p:spPr>
                <a:xfrm>
                  <a:off x="8614844" y="3944586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34AB1DDE-04A6-1DFF-9678-095E50BB4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844" y="3944586"/>
                  <a:ext cx="386644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17188" r="-3125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D93E60D8-EC9C-20E1-9995-5247D94D750E}"/>
                    </a:ext>
                  </a:extLst>
                </p:cNvPr>
                <p:cNvSpPr txBox="1"/>
                <p:nvPr/>
              </p:nvSpPr>
              <p:spPr>
                <a:xfrm>
                  <a:off x="10871961" y="4152396"/>
                  <a:ext cx="37952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dirty="0"/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D93E60D8-EC9C-20E1-9995-5247D94D75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1961" y="4152396"/>
                  <a:ext cx="379527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17742" r="-6452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7" name="图片 166">
            <a:extLst>
              <a:ext uri="{FF2B5EF4-FFF2-40B4-BE49-F238E27FC236}">
                <a16:creationId xmlns:a16="http://schemas.microsoft.com/office/drawing/2014/main" id="{127F9524-BCAF-9AE8-FDF4-A3DAE60C642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87113" y="-6319156"/>
            <a:ext cx="13796258" cy="6186595"/>
          </a:xfrm>
          <a:prstGeom prst="rect">
            <a:avLst/>
          </a:prstGeom>
        </p:spPr>
      </p:pic>
      <p:sp>
        <p:nvSpPr>
          <p:cNvPr id="168" name="椭圆 167">
            <a:extLst>
              <a:ext uri="{FF2B5EF4-FFF2-40B4-BE49-F238E27FC236}">
                <a16:creationId xmlns:a16="http://schemas.microsoft.com/office/drawing/2014/main" id="{FB69790F-4187-9D70-F8F7-FE2E3AB27AB8}"/>
              </a:ext>
            </a:extLst>
          </p:cNvPr>
          <p:cNvSpPr>
            <a:spLocks noChangeAspect="1"/>
          </p:cNvSpPr>
          <p:nvPr/>
        </p:nvSpPr>
        <p:spPr>
          <a:xfrm>
            <a:off x="4551400" y="-4734091"/>
            <a:ext cx="2304000" cy="2304000"/>
          </a:xfrm>
          <a:prstGeom prst="ellipse">
            <a:avLst/>
          </a:prstGeom>
          <a:noFill/>
          <a:ln w="41275">
            <a:solidFill>
              <a:srgbClr val="266A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六边形 168">
            <a:extLst>
              <a:ext uri="{FF2B5EF4-FFF2-40B4-BE49-F238E27FC236}">
                <a16:creationId xmlns:a16="http://schemas.microsoft.com/office/drawing/2014/main" id="{3144F4DE-2157-8D3A-C0A0-E2153EAFFAFB}"/>
              </a:ext>
            </a:extLst>
          </p:cNvPr>
          <p:cNvSpPr/>
          <p:nvPr/>
        </p:nvSpPr>
        <p:spPr>
          <a:xfrm>
            <a:off x="4868586" y="-4620883"/>
            <a:ext cx="1600316" cy="2113000"/>
          </a:xfrm>
          <a:custGeom>
            <a:avLst/>
            <a:gdLst>
              <a:gd name="csX0" fmla="*/ 0 w 1600316"/>
              <a:gd name="csY0" fmla="*/ 1036259 h 2113000"/>
              <a:gd name="csX1" fmla="*/ 380859 w 1600316"/>
              <a:gd name="csY1" fmla="*/ 0 h 2113000"/>
              <a:gd name="csX2" fmla="*/ 1299467 w 1600316"/>
              <a:gd name="csY2" fmla="*/ 10477 h 2113000"/>
              <a:gd name="csX3" fmla="*/ 1600316 w 1600316"/>
              <a:gd name="csY3" fmla="*/ 1036259 h 2113000"/>
              <a:gd name="csX4" fmla="*/ 1348045 w 1600316"/>
              <a:gd name="csY4" fmla="*/ 2113000 h 2113000"/>
              <a:gd name="csX5" fmla="*/ 388003 w 1600316"/>
              <a:gd name="csY5" fmla="*/ 2082044 h 2113000"/>
              <a:gd name="csX6" fmla="*/ 0 w 1600316"/>
              <a:gd name="csY6" fmla="*/ 1036259 h 211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00316" h="2113000">
                <a:moveTo>
                  <a:pt x="0" y="1036259"/>
                </a:moveTo>
                <a:lnTo>
                  <a:pt x="380859" y="0"/>
                </a:lnTo>
                <a:lnTo>
                  <a:pt x="1299467" y="10477"/>
                </a:lnTo>
                <a:lnTo>
                  <a:pt x="1600316" y="1036259"/>
                </a:lnTo>
                <a:lnTo>
                  <a:pt x="1348045" y="2113000"/>
                </a:lnTo>
                <a:lnTo>
                  <a:pt x="388003" y="2082044"/>
                </a:lnTo>
                <a:lnTo>
                  <a:pt x="0" y="1036259"/>
                </a:lnTo>
                <a:close/>
              </a:path>
            </a:pathLst>
          </a:custGeom>
          <a:gradFill flip="none" rotWithShape="0">
            <a:gsLst>
              <a:gs pos="50000">
                <a:srgbClr val="266AA9">
                  <a:alpha val="94000"/>
                </a:srgbClr>
              </a:gs>
              <a:gs pos="0">
                <a:schemeClr val="bg1">
                  <a:alpha val="18000"/>
                </a:schemeClr>
              </a:gs>
              <a:gs pos="100000">
                <a:schemeClr val="bg1">
                  <a:lumMod val="85000"/>
                </a:schemeClr>
              </a:gs>
            </a:gsLst>
            <a:lin ang="12300000" scaled="0"/>
            <a:tileRect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B71D31"/>
                </a:gs>
                <a:gs pos="83000">
                  <a:srgbClr val="B71D31">
                    <a:lumMod val="51000"/>
                    <a:lumOff val="49000"/>
                    <a:alpha val="51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乘号 170">
            <a:extLst>
              <a:ext uri="{FF2B5EF4-FFF2-40B4-BE49-F238E27FC236}">
                <a16:creationId xmlns:a16="http://schemas.microsoft.com/office/drawing/2014/main" id="{DF79EF67-1D30-6EE2-2D55-47D55AE14AD7}"/>
              </a:ext>
            </a:extLst>
          </p:cNvPr>
          <p:cNvSpPr>
            <a:spLocks noChangeAspect="1"/>
          </p:cNvSpPr>
          <p:nvPr/>
        </p:nvSpPr>
        <p:spPr>
          <a:xfrm flipH="1">
            <a:off x="6450143" y="-2532714"/>
            <a:ext cx="329949" cy="329949"/>
          </a:xfrm>
          <a:prstGeom prst="mathMultiply">
            <a:avLst>
              <a:gd name="adj1" fmla="val 19190"/>
            </a:avLst>
          </a:prstGeom>
          <a:solidFill>
            <a:srgbClr val="FF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3" name="图片 172">
            <a:extLst>
              <a:ext uri="{FF2B5EF4-FFF2-40B4-BE49-F238E27FC236}">
                <a16:creationId xmlns:a16="http://schemas.microsoft.com/office/drawing/2014/main" id="{6A534DF0-0E54-C8E6-1D45-6E5712898F8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020" y="-7606434"/>
            <a:ext cx="12192000" cy="6568521"/>
          </a:xfrm>
          <a:prstGeom prst="rect">
            <a:avLst/>
          </a:prstGeom>
        </p:spPr>
      </p:pic>
      <p:sp>
        <p:nvSpPr>
          <p:cNvPr id="182" name="椭圆 181">
            <a:extLst>
              <a:ext uri="{FF2B5EF4-FFF2-40B4-BE49-F238E27FC236}">
                <a16:creationId xmlns:a16="http://schemas.microsoft.com/office/drawing/2014/main" id="{6E3F2678-4A9E-615C-4B78-B08E8B3E5AE8}"/>
              </a:ext>
            </a:extLst>
          </p:cNvPr>
          <p:cNvSpPr>
            <a:spLocks noChangeAspect="1"/>
          </p:cNvSpPr>
          <p:nvPr/>
        </p:nvSpPr>
        <p:spPr>
          <a:xfrm>
            <a:off x="5921076" y="719339"/>
            <a:ext cx="1529746" cy="1529745"/>
          </a:xfrm>
          <a:prstGeom prst="ellipse">
            <a:avLst/>
          </a:prstGeom>
          <a:noFill/>
          <a:ln w="412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六边形 168">
            <a:extLst>
              <a:ext uri="{FF2B5EF4-FFF2-40B4-BE49-F238E27FC236}">
                <a16:creationId xmlns:a16="http://schemas.microsoft.com/office/drawing/2014/main" id="{BB90A722-B5D8-A960-C6A2-839B17D32F15}"/>
              </a:ext>
            </a:extLst>
          </p:cNvPr>
          <p:cNvSpPr/>
          <p:nvPr/>
        </p:nvSpPr>
        <p:spPr>
          <a:xfrm>
            <a:off x="6131672" y="794504"/>
            <a:ext cx="1062533" cy="1402931"/>
          </a:xfrm>
          <a:custGeom>
            <a:avLst/>
            <a:gdLst>
              <a:gd name="csX0" fmla="*/ 0 w 1600316"/>
              <a:gd name="csY0" fmla="*/ 1036259 h 2113000"/>
              <a:gd name="csX1" fmla="*/ 380859 w 1600316"/>
              <a:gd name="csY1" fmla="*/ 0 h 2113000"/>
              <a:gd name="csX2" fmla="*/ 1299467 w 1600316"/>
              <a:gd name="csY2" fmla="*/ 10477 h 2113000"/>
              <a:gd name="csX3" fmla="*/ 1600316 w 1600316"/>
              <a:gd name="csY3" fmla="*/ 1036259 h 2113000"/>
              <a:gd name="csX4" fmla="*/ 1348045 w 1600316"/>
              <a:gd name="csY4" fmla="*/ 2113000 h 2113000"/>
              <a:gd name="csX5" fmla="*/ 388003 w 1600316"/>
              <a:gd name="csY5" fmla="*/ 2082044 h 2113000"/>
              <a:gd name="csX6" fmla="*/ 0 w 1600316"/>
              <a:gd name="csY6" fmla="*/ 1036259 h 211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600316" h="2113000">
                <a:moveTo>
                  <a:pt x="0" y="1036259"/>
                </a:moveTo>
                <a:lnTo>
                  <a:pt x="380859" y="0"/>
                </a:lnTo>
                <a:lnTo>
                  <a:pt x="1299467" y="10477"/>
                </a:lnTo>
                <a:lnTo>
                  <a:pt x="1600316" y="1036259"/>
                </a:lnTo>
                <a:lnTo>
                  <a:pt x="1348045" y="2113000"/>
                </a:lnTo>
                <a:lnTo>
                  <a:pt x="388003" y="2082044"/>
                </a:lnTo>
                <a:lnTo>
                  <a:pt x="0" y="1036259"/>
                </a:lnTo>
                <a:close/>
              </a:path>
            </a:pathLst>
          </a:custGeom>
          <a:gradFill flip="none" rotWithShape="0">
            <a:gsLst>
              <a:gs pos="50000">
                <a:srgbClr val="FBE5D6"/>
              </a:gs>
              <a:gs pos="0">
                <a:schemeClr val="bg1">
                  <a:alpha val="18000"/>
                </a:schemeClr>
              </a:gs>
              <a:gs pos="100000">
                <a:schemeClr val="bg1">
                  <a:lumMod val="85000"/>
                </a:schemeClr>
              </a:gs>
            </a:gsLst>
            <a:lin ang="12300000" scaled="0"/>
            <a:tileRect/>
          </a:gradFill>
          <a:ln w="19050">
            <a:gradFill>
              <a:gsLst>
                <a:gs pos="0">
                  <a:srgbClr val="FF9E74"/>
                </a:gs>
                <a:gs pos="49000">
                  <a:srgbClr val="FBE5D6">
                    <a:alpha val="0"/>
                  </a:srgbClr>
                </a:gs>
                <a:gs pos="100000">
                  <a:srgbClr val="FF9E74">
                    <a:alpha val="98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CF330F61-CD25-A073-461D-7E2BACCA5A49}"/>
              </a:ext>
            </a:extLst>
          </p:cNvPr>
          <p:cNvSpPr/>
          <p:nvPr/>
        </p:nvSpPr>
        <p:spPr>
          <a:xfrm>
            <a:off x="6896092" y="2043555"/>
            <a:ext cx="254132" cy="274786"/>
          </a:xfrm>
          <a:prstGeom prst="rect">
            <a:avLst/>
          </a:prstGeom>
          <a:solidFill>
            <a:schemeClr val="bg1">
              <a:lumMod val="85000"/>
              <a:alpha val="66000"/>
            </a:schemeClr>
          </a:solidFill>
          <a:ln>
            <a:solidFill>
              <a:schemeClr val="accent1">
                <a:shade val="1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C7AAA3EC-A44D-93F3-BF6C-333DAAE5487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13" b="18552"/>
          <a:stretch>
            <a:fillRect/>
          </a:stretch>
        </p:blipFill>
        <p:spPr>
          <a:xfrm>
            <a:off x="7642973" y="874664"/>
            <a:ext cx="1565729" cy="1377933"/>
          </a:xfrm>
          <a:prstGeom prst="rect">
            <a:avLst/>
          </a:prstGeom>
          <a:solidFill>
            <a:schemeClr val="bg1">
              <a:lumMod val="85000"/>
              <a:alpha val="66000"/>
            </a:schemeClr>
          </a:solidFill>
          <a:ln w="15875">
            <a:solidFill>
              <a:schemeClr val="accent1">
                <a:shade val="15000"/>
              </a:schemeClr>
            </a:solidFill>
            <a:prstDash val="lgDash"/>
          </a:ln>
        </p:spPr>
      </p:pic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FBF7CB02-9C8A-B59C-4B07-F4BB6740EEA2}"/>
              </a:ext>
            </a:extLst>
          </p:cNvPr>
          <p:cNvCxnSpPr>
            <a:cxnSpLocks/>
          </p:cNvCxnSpPr>
          <p:nvPr/>
        </p:nvCxnSpPr>
        <p:spPr>
          <a:xfrm flipV="1">
            <a:off x="7150224" y="871975"/>
            <a:ext cx="477714" cy="1190215"/>
          </a:xfrm>
          <a:prstGeom prst="line">
            <a:avLst/>
          </a:prstGeom>
          <a:ln w="12700">
            <a:solidFill>
              <a:schemeClr val="dk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D0AA3BEA-912B-AF55-9A45-E7C169A322E9}"/>
              </a:ext>
            </a:extLst>
          </p:cNvPr>
          <p:cNvCxnSpPr>
            <a:cxnSpLocks/>
          </p:cNvCxnSpPr>
          <p:nvPr/>
        </p:nvCxnSpPr>
        <p:spPr>
          <a:xfrm flipV="1">
            <a:off x="7160315" y="2247749"/>
            <a:ext cx="467623" cy="71849"/>
          </a:xfrm>
          <a:prstGeom prst="line">
            <a:avLst/>
          </a:prstGeom>
          <a:ln w="12700">
            <a:solidFill>
              <a:schemeClr val="dk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乘号 183">
            <a:extLst>
              <a:ext uri="{FF2B5EF4-FFF2-40B4-BE49-F238E27FC236}">
                <a16:creationId xmlns:a16="http://schemas.microsoft.com/office/drawing/2014/main" id="{6F059506-870C-533D-4B80-E2E11040070A}"/>
              </a:ext>
            </a:extLst>
          </p:cNvPr>
          <p:cNvSpPr>
            <a:spLocks noChangeAspect="1"/>
          </p:cNvSpPr>
          <p:nvPr/>
        </p:nvSpPr>
        <p:spPr>
          <a:xfrm flipH="1">
            <a:off x="7023158" y="2146379"/>
            <a:ext cx="234211" cy="234211"/>
          </a:xfrm>
          <a:prstGeom prst="mathMultiply">
            <a:avLst>
              <a:gd name="adj1" fmla="val 19190"/>
            </a:avLst>
          </a:prstGeom>
          <a:solidFill>
            <a:srgbClr val="FF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1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椭圆 153">
            <a:extLst>
              <a:ext uri="{FF2B5EF4-FFF2-40B4-BE49-F238E27FC236}">
                <a16:creationId xmlns:a16="http://schemas.microsoft.com/office/drawing/2014/main" id="{795D2031-47E2-3C9B-348D-FF5EFDAC804B}"/>
              </a:ext>
            </a:extLst>
          </p:cNvPr>
          <p:cNvSpPr>
            <a:spLocks noChangeAspect="1"/>
          </p:cNvSpPr>
          <p:nvPr/>
        </p:nvSpPr>
        <p:spPr>
          <a:xfrm>
            <a:off x="12356655" y="-5733292"/>
            <a:ext cx="5592763" cy="5592763"/>
          </a:xfrm>
          <a:prstGeom prst="ellipse">
            <a:avLst/>
          </a:prstGeom>
          <a:solidFill>
            <a:srgbClr val="266AA9">
              <a:alpha val="31000"/>
            </a:srgbClr>
          </a:solidFill>
          <a:ln w="19050">
            <a:solidFill>
              <a:srgbClr val="266AA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箭头: 下弧形 129">
            <a:extLst>
              <a:ext uri="{FF2B5EF4-FFF2-40B4-BE49-F238E27FC236}">
                <a16:creationId xmlns:a16="http://schemas.microsoft.com/office/drawing/2014/main" id="{FBD1DAD1-48C4-0D3E-A51B-6BF1DABFBF0F}"/>
              </a:ext>
            </a:extLst>
          </p:cNvPr>
          <p:cNvSpPr/>
          <p:nvPr/>
        </p:nvSpPr>
        <p:spPr>
          <a:xfrm rot="12423891">
            <a:off x="3467576" y="1487873"/>
            <a:ext cx="5259669" cy="1492992"/>
          </a:xfrm>
          <a:prstGeom prst="curvedUpArrow">
            <a:avLst>
              <a:gd name="adj1" fmla="val 27826"/>
              <a:gd name="adj2" fmla="val 62023"/>
              <a:gd name="adj3" fmla="val 51223"/>
            </a:avLst>
          </a:prstGeom>
          <a:gradFill flip="none" rotWithShape="0">
            <a:gsLst>
              <a:gs pos="57000">
                <a:srgbClr val="DBDBDB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lumMod val="85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D45401-0B0E-9E38-9006-4082E31C3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14660" y="-6702752"/>
            <a:ext cx="12192000" cy="546720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EA58A19-E383-1F07-E5DD-523E7E3534B8}"/>
              </a:ext>
            </a:extLst>
          </p:cNvPr>
          <p:cNvSpPr/>
          <p:nvPr/>
        </p:nvSpPr>
        <p:spPr>
          <a:xfrm rot="16200000" flipH="1">
            <a:off x="6353332" y="3670914"/>
            <a:ext cx="5715000" cy="1717674"/>
          </a:xfrm>
          <a:custGeom>
            <a:avLst/>
            <a:gdLst>
              <a:gd name="csX0" fmla="*/ 0 w 5715000"/>
              <a:gd name="csY0" fmla="*/ 749300 h 1717674"/>
              <a:gd name="csX1" fmla="*/ 1634671 w 5715000"/>
              <a:gd name="csY1" fmla="*/ 906 h 1717674"/>
              <a:gd name="csX2" fmla="*/ 5715000 w 5715000"/>
              <a:gd name="csY2" fmla="*/ 0 h 1717674"/>
              <a:gd name="csX3" fmla="*/ 5715000 w 5715000"/>
              <a:gd name="csY3" fmla="*/ 1717674 h 1717674"/>
              <a:gd name="csX4" fmla="*/ 660400 w 5715000"/>
              <a:gd name="csY4" fmla="*/ 1574799 h 1717674"/>
              <a:gd name="csX5" fmla="*/ 355600 w 5715000"/>
              <a:gd name="csY5" fmla="*/ 1181099 h 1717674"/>
              <a:gd name="csX6" fmla="*/ 0 w 5715000"/>
              <a:gd name="csY6" fmla="*/ 749300 h 1717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15000" h="1717674">
                <a:moveTo>
                  <a:pt x="0" y="749300"/>
                </a:moveTo>
                <a:lnTo>
                  <a:pt x="1634671" y="906"/>
                </a:lnTo>
                <a:lnTo>
                  <a:pt x="5715000" y="0"/>
                </a:lnTo>
                <a:lnTo>
                  <a:pt x="5715000" y="1717674"/>
                </a:lnTo>
                <a:lnTo>
                  <a:pt x="660400" y="1574799"/>
                </a:lnTo>
                <a:lnTo>
                  <a:pt x="355600" y="1181099"/>
                </a:lnTo>
                <a:lnTo>
                  <a:pt x="0" y="749300"/>
                </a:lnTo>
                <a:close/>
              </a:path>
            </a:pathLst>
          </a:custGeom>
          <a:gradFill flip="none" rotWithShape="0">
            <a:gsLst>
              <a:gs pos="0">
                <a:srgbClr val="B01A2E">
                  <a:alpha val="70000"/>
                </a:srgbClr>
              </a:gs>
              <a:gs pos="51600">
                <a:srgbClr val="D9909A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797345-B257-4078-75E3-057E75345BAF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6021544" y="4259876"/>
            <a:ext cx="2350293" cy="131762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CD76852-A477-0F89-D872-767AB2EED8F2}"/>
              </a:ext>
            </a:extLst>
          </p:cNvPr>
          <p:cNvCxnSpPr>
            <a:cxnSpLocks/>
            <a:stCxn id="14" idx="0"/>
          </p:cNvCxnSpPr>
          <p:nvPr/>
        </p:nvCxnSpPr>
        <p:spPr>
          <a:xfrm>
            <a:off x="9101295" y="1672251"/>
            <a:ext cx="50717" cy="251777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AC16953-E455-725F-96ED-D76C8992DB8A}"/>
              </a:ext>
            </a:extLst>
          </p:cNvPr>
          <p:cNvSpPr/>
          <p:nvPr/>
        </p:nvSpPr>
        <p:spPr>
          <a:xfrm>
            <a:off x="6021544" y="1208701"/>
            <a:ext cx="5686425" cy="4368800"/>
          </a:xfrm>
          <a:custGeom>
            <a:avLst/>
            <a:gdLst>
              <a:gd name="csX0" fmla="*/ 396875 w 5686425"/>
              <a:gd name="csY0" fmla="*/ 3314700 h 4368800"/>
              <a:gd name="csX1" fmla="*/ 228600 w 5686425"/>
              <a:gd name="csY1" fmla="*/ 3787775 h 4368800"/>
              <a:gd name="csX2" fmla="*/ 0 w 5686425"/>
              <a:gd name="csY2" fmla="*/ 4368800 h 4368800"/>
              <a:gd name="csX3" fmla="*/ 1928813 w 5686425"/>
              <a:gd name="csY3" fmla="*/ 4174331 h 4368800"/>
              <a:gd name="csX4" fmla="*/ 5686425 w 5686425"/>
              <a:gd name="csY4" fmla="*/ 2082800 h 4368800"/>
              <a:gd name="csX5" fmla="*/ 5686425 w 5686425"/>
              <a:gd name="csY5" fmla="*/ 0 h 4368800"/>
              <a:gd name="csX6" fmla="*/ 396875 w 5686425"/>
              <a:gd name="csY6" fmla="*/ 3314700 h 436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6425" h="4368800">
                <a:moveTo>
                  <a:pt x="396875" y="3314700"/>
                </a:moveTo>
                <a:lnTo>
                  <a:pt x="228600" y="3787775"/>
                </a:lnTo>
                <a:lnTo>
                  <a:pt x="0" y="4368800"/>
                </a:lnTo>
                <a:lnTo>
                  <a:pt x="1928813" y="4174331"/>
                </a:lnTo>
                <a:lnTo>
                  <a:pt x="5686425" y="2082800"/>
                </a:lnTo>
                <a:lnTo>
                  <a:pt x="5686425" y="0"/>
                </a:lnTo>
                <a:lnTo>
                  <a:pt x="396875" y="3314700"/>
                </a:lnTo>
                <a:close/>
              </a:path>
            </a:pathLst>
          </a:custGeom>
          <a:gradFill flip="none" rotWithShape="0">
            <a:gsLst>
              <a:gs pos="0">
                <a:srgbClr val="266AA9">
                  <a:alpha val="70000"/>
                </a:srgbClr>
              </a:gs>
              <a:gs pos="49000">
                <a:srgbClr val="407CB3">
                  <a:alpha val="4000"/>
                </a:srgbClr>
              </a:gs>
              <a:gs pos="99000">
                <a:srgbClr val="FFFFFF">
                  <a:alpha val="0"/>
                </a:srgb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3ACDE9B4-64AE-DE74-9CC8-0B038705182E}"/>
              </a:ext>
            </a:extLst>
          </p:cNvPr>
          <p:cNvSpPr/>
          <p:nvPr/>
        </p:nvSpPr>
        <p:spPr>
          <a:xfrm flipH="1">
            <a:off x="5821519" y="2113649"/>
            <a:ext cx="5334000" cy="4429052"/>
          </a:xfrm>
          <a:custGeom>
            <a:avLst/>
            <a:gdLst>
              <a:gd name="csX0" fmla="*/ 567690 w 5334000"/>
              <a:gd name="csY0" fmla="*/ 3481070 h 4429052"/>
              <a:gd name="csX1" fmla="*/ 0 w 5334000"/>
              <a:gd name="csY1" fmla="*/ 4222592 h 4429052"/>
              <a:gd name="csX2" fmla="*/ 1143000 w 5334000"/>
              <a:gd name="csY2" fmla="*/ 4429052 h 4429052"/>
              <a:gd name="csX3" fmla="*/ 5334000 w 5334000"/>
              <a:gd name="csY3" fmla="*/ 2082800 h 4429052"/>
              <a:gd name="csX4" fmla="*/ 5334000 w 5334000"/>
              <a:gd name="csY4" fmla="*/ 0 h 4429052"/>
              <a:gd name="csX5" fmla="*/ 1176337 w 5334000"/>
              <a:gd name="csY5" fmla="*/ 2585965 h 4429052"/>
              <a:gd name="csX6" fmla="*/ 567690 w 5334000"/>
              <a:gd name="csY6" fmla="*/ 3481070 h 4429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4000" h="4429052">
                <a:moveTo>
                  <a:pt x="567690" y="3481070"/>
                </a:moveTo>
                <a:lnTo>
                  <a:pt x="0" y="4222592"/>
                </a:lnTo>
                <a:lnTo>
                  <a:pt x="1143000" y="4429052"/>
                </a:lnTo>
                <a:lnTo>
                  <a:pt x="5334000" y="2082800"/>
                </a:lnTo>
                <a:lnTo>
                  <a:pt x="5334000" y="0"/>
                </a:lnTo>
                <a:lnTo>
                  <a:pt x="1176337" y="2585965"/>
                </a:lnTo>
                <a:lnTo>
                  <a:pt x="567690" y="3481070"/>
                </a:lnTo>
                <a:close/>
              </a:path>
            </a:pathLst>
          </a:custGeom>
          <a:gradFill flip="none" rotWithShape="0">
            <a:gsLst>
              <a:gs pos="0">
                <a:srgbClr val="EF8F67">
                  <a:alpha val="70000"/>
                </a:srgbClr>
              </a:gs>
              <a:gs pos="50000">
                <a:srgbClr val="F4B397">
                  <a:lumMod val="64000"/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B18B00D-9092-D592-8FCC-DE8FD984EDF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8853226" y="4904832"/>
            <a:ext cx="2302293" cy="1431409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0D3EF713-88E3-5A45-5378-066D302B7CED}"/>
              </a:ext>
            </a:extLst>
          </p:cNvPr>
          <p:cNvSpPr/>
          <p:nvPr/>
        </p:nvSpPr>
        <p:spPr>
          <a:xfrm>
            <a:off x="7926544" y="3593092"/>
            <a:ext cx="1679917" cy="1685959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1D43BDAD-6F4C-F911-EFB9-5D4A3F8259C5}"/>
              </a:ext>
            </a:extLst>
          </p:cNvPr>
          <p:cNvSpPr/>
          <p:nvPr/>
        </p:nvSpPr>
        <p:spPr>
          <a:xfrm>
            <a:off x="8358711" y="3714571"/>
            <a:ext cx="1234709" cy="1439070"/>
          </a:xfrm>
          <a:custGeom>
            <a:avLst/>
            <a:gdLst>
              <a:gd name="csX0" fmla="*/ 5587 w 1234709"/>
              <a:gd name="csY0" fmla="*/ 0 h 1439070"/>
              <a:gd name="csX1" fmla="*/ 31 w 1234709"/>
              <a:gd name="csY1" fmla="*/ 1439070 h 1439070"/>
              <a:gd name="csX2" fmla="*/ 1234709 w 1234709"/>
              <a:gd name="csY2" fmla="*/ 755253 h 1439070"/>
              <a:gd name="csX3" fmla="*/ 5587 w 1234709"/>
              <a:gd name="csY3" fmla="*/ 0 h 1439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709" h="1439070">
                <a:moveTo>
                  <a:pt x="5587" y="0"/>
                </a:moveTo>
                <a:cubicBezTo>
                  <a:pt x="6116" y="490538"/>
                  <a:pt x="-498" y="948532"/>
                  <a:pt x="31" y="1439070"/>
                </a:cubicBezTo>
                <a:lnTo>
                  <a:pt x="1234709" y="755253"/>
                </a:lnTo>
                <a:lnTo>
                  <a:pt x="5587" y="0"/>
                </a:lnTo>
                <a:close/>
              </a:path>
            </a:pathLst>
          </a:custGeom>
          <a:solidFill>
            <a:srgbClr val="D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87822F9-3CAC-4F68-E58D-E4C00541BF85}"/>
              </a:ext>
            </a:extLst>
          </p:cNvPr>
          <p:cNvSpPr/>
          <p:nvPr/>
        </p:nvSpPr>
        <p:spPr>
          <a:xfrm>
            <a:off x="7640794" y="3700322"/>
            <a:ext cx="1462346" cy="1467605"/>
          </a:xfrm>
          <a:prstGeom prst="ellipse">
            <a:avLst/>
          </a:prstGeom>
          <a:noFill/>
          <a:ln w="63500">
            <a:solidFill>
              <a:srgbClr val="E6795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1878567-6BC0-08C7-BB32-9AAF60E3D579}"/>
              </a:ext>
            </a:extLst>
          </p:cNvPr>
          <p:cNvCxnSpPr>
            <a:cxnSpLocks/>
            <a:stCxn id="45" idx="1"/>
            <a:endCxn id="45" idx="0"/>
          </p:cNvCxnSpPr>
          <p:nvPr/>
        </p:nvCxnSpPr>
        <p:spPr>
          <a:xfrm flipV="1">
            <a:off x="8358742" y="3714571"/>
            <a:ext cx="5556" cy="1439070"/>
          </a:xfrm>
          <a:prstGeom prst="line">
            <a:avLst/>
          </a:prstGeom>
          <a:ln w="25400">
            <a:solidFill>
              <a:srgbClr val="E6795C"/>
            </a:solidFill>
            <a:prstDash val="solid"/>
            <a:headEnd type="stealth" w="med" len="lg"/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9FCFDBB-5A18-737E-E12A-FF12F746FBA2}"/>
              </a:ext>
            </a:extLst>
          </p:cNvPr>
          <p:cNvGrpSpPr/>
          <p:nvPr/>
        </p:nvGrpSpPr>
        <p:grpSpPr>
          <a:xfrm>
            <a:off x="2296975" y="1644341"/>
            <a:ext cx="1838892" cy="1845503"/>
            <a:chOff x="6736591" y="5122682"/>
            <a:chExt cx="1679917" cy="1685959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F2D4CD3C-4160-5E15-3FAD-76DD3E6D87B0}"/>
                </a:ext>
              </a:extLst>
            </p:cNvPr>
            <p:cNvSpPr/>
            <p:nvPr/>
          </p:nvSpPr>
          <p:spPr>
            <a:xfrm>
              <a:off x="6736591" y="5122682"/>
              <a:ext cx="1679917" cy="168595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89434047-F890-CD7F-E440-ADEA5DFFF318}"/>
                </a:ext>
              </a:extLst>
            </p:cNvPr>
            <p:cNvSpPr/>
            <p:nvPr/>
          </p:nvSpPr>
          <p:spPr>
            <a:xfrm>
              <a:off x="7168754" y="5244161"/>
              <a:ext cx="1234709" cy="1439070"/>
            </a:xfrm>
            <a:custGeom>
              <a:avLst/>
              <a:gdLst>
                <a:gd name="csX0" fmla="*/ 5587 w 1234709"/>
                <a:gd name="csY0" fmla="*/ 0 h 1439070"/>
                <a:gd name="csX1" fmla="*/ 31 w 1234709"/>
                <a:gd name="csY1" fmla="*/ 1439070 h 1439070"/>
                <a:gd name="csX2" fmla="*/ 1234709 w 1234709"/>
                <a:gd name="csY2" fmla="*/ 755253 h 1439070"/>
                <a:gd name="csX3" fmla="*/ 5587 w 1234709"/>
                <a:gd name="csY3" fmla="*/ 0 h 143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34709" h="1439070">
                  <a:moveTo>
                    <a:pt x="5587" y="0"/>
                  </a:moveTo>
                  <a:cubicBezTo>
                    <a:pt x="6116" y="490538"/>
                    <a:pt x="-498" y="948532"/>
                    <a:pt x="31" y="1439070"/>
                  </a:cubicBezTo>
                  <a:lnTo>
                    <a:pt x="1234709" y="755253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DB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0220FF23-D1D8-9DE5-4192-85502086ADC2}"/>
              </a:ext>
            </a:extLst>
          </p:cNvPr>
          <p:cNvGrpSpPr/>
          <p:nvPr/>
        </p:nvGrpSpPr>
        <p:grpSpPr>
          <a:xfrm>
            <a:off x="1981340" y="1765318"/>
            <a:ext cx="1600282" cy="1606038"/>
            <a:chOff x="7134601" y="5307673"/>
            <a:chExt cx="1462346" cy="1467605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D9E2B128-277B-3429-ED13-A3B4B37E08A5}"/>
                </a:ext>
              </a:extLst>
            </p:cNvPr>
            <p:cNvSpPr/>
            <p:nvPr/>
          </p:nvSpPr>
          <p:spPr>
            <a:xfrm>
              <a:off x="7134601" y="5307673"/>
              <a:ext cx="1462346" cy="1467605"/>
            </a:xfrm>
            <a:prstGeom prst="ellipse">
              <a:avLst/>
            </a:prstGeom>
            <a:noFill/>
            <a:ln w="73025">
              <a:solidFill>
                <a:srgbClr val="E6795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765A61C-F16A-9242-4B62-BF25D80CB2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2549" y="5321922"/>
              <a:ext cx="5556" cy="1439070"/>
            </a:xfrm>
            <a:prstGeom prst="line">
              <a:avLst/>
            </a:prstGeom>
            <a:ln w="73025">
              <a:solidFill>
                <a:srgbClr val="E6795C"/>
              </a:solidFill>
              <a:prstDash val="solid"/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矩形 13">
            <a:extLst>
              <a:ext uri="{FF2B5EF4-FFF2-40B4-BE49-F238E27FC236}">
                <a16:creationId xmlns:a16="http://schemas.microsoft.com/office/drawing/2014/main" id="{BDA3F769-2260-EBA9-BBB6-EA80F2A8D563}"/>
              </a:ext>
            </a:extLst>
          </p:cNvPr>
          <p:cNvSpPr/>
          <p:nvPr/>
        </p:nvSpPr>
        <p:spPr>
          <a:xfrm rot="16200000" flipH="1">
            <a:off x="14779015" y="2943984"/>
            <a:ext cx="6108700" cy="1717674"/>
          </a:xfrm>
          <a:custGeom>
            <a:avLst/>
            <a:gdLst>
              <a:gd name="csX0" fmla="*/ 6350 w 6108700"/>
              <a:gd name="csY0" fmla="*/ 0 h 1717674"/>
              <a:gd name="csX1" fmla="*/ 6108700 w 6108700"/>
              <a:gd name="csY1" fmla="*/ 0 h 1717674"/>
              <a:gd name="csX2" fmla="*/ 6108700 w 6108700"/>
              <a:gd name="csY2" fmla="*/ 1717674 h 1717674"/>
              <a:gd name="csX3" fmla="*/ 0 w 6108700"/>
              <a:gd name="csY3" fmla="*/ 1552574 h 1717674"/>
              <a:gd name="csX4" fmla="*/ 6350 w 6108700"/>
              <a:gd name="csY4" fmla="*/ 0 h 1717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08700" h="1717674">
                <a:moveTo>
                  <a:pt x="6350" y="0"/>
                </a:moveTo>
                <a:lnTo>
                  <a:pt x="6108700" y="0"/>
                </a:lnTo>
                <a:lnTo>
                  <a:pt x="6108700" y="1717674"/>
                </a:lnTo>
                <a:lnTo>
                  <a:pt x="0" y="1552574"/>
                </a:lnTo>
                <a:cubicBezTo>
                  <a:pt x="2117" y="1035049"/>
                  <a:pt x="4233" y="517525"/>
                  <a:pt x="6350" y="0"/>
                </a:cubicBezTo>
                <a:close/>
              </a:path>
            </a:pathLst>
          </a:custGeom>
          <a:gradFill flip="none" rotWithShape="0">
            <a:gsLst>
              <a:gs pos="0">
                <a:srgbClr val="B01A2E">
                  <a:alpha val="70000"/>
                </a:srgbClr>
              </a:gs>
              <a:gs pos="51600">
                <a:srgbClr val="D9909A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3B8FBC1-0240-1345-00E6-F1DD7AC63679}"/>
              </a:ext>
            </a:extLst>
          </p:cNvPr>
          <p:cNvCxnSpPr>
            <a:cxnSpLocks/>
          </p:cNvCxnSpPr>
          <p:nvPr/>
        </p:nvCxnSpPr>
        <p:spPr>
          <a:xfrm flipV="1">
            <a:off x="14459473" y="3729796"/>
            <a:ext cx="2534897" cy="1438131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D1AFBC3-E326-C192-9FD8-FB297078D620}"/>
              </a:ext>
            </a:extLst>
          </p:cNvPr>
          <p:cNvCxnSpPr>
            <a:cxnSpLocks/>
          </p:cNvCxnSpPr>
          <p:nvPr/>
        </p:nvCxnSpPr>
        <p:spPr>
          <a:xfrm>
            <a:off x="17735305" y="738947"/>
            <a:ext cx="39240" cy="2920999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79A2399-8369-A84D-312B-BC5E005BC389}"/>
              </a:ext>
            </a:extLst>
          </p:cNvPr>
          <p:cNvSpPr/>
          <p:nvPr/>
        </p:nvSpPr>
        <p:spPr>
          <a:xfrm>
            <a:off x="14444052" y="678621"/>
            <a:ext cx="5886450" cy="5359400"/>
          </a:xfrm>
          <a:custGeom>
            <a:avLst/>
            <a:gdLst>
              <a:gd name="csX0" fmla="*/ 0 w 5886450"/>
              <a:gd name="csY0" fmla="*/ 3663950 h 5359400"/>
              <a:gd name="csX1" fmla="*/ 0 w 5886450"/>
              <a:gd name="csY1" fmla="*/ 5359400 h 5359400"/>
              <a:gd name="csX2" fmla="*/ 5886450 w 5886450"/>
              <a:gd name="csY2" fmla="*/ 2082800 h 5359400"/>
              <a:gd name="csX3" fmla="*/ 5886450 w 5886450"/>
              <a:gd name="csY3" fmla="*/ 0 h 5359400"/>
              <a:gd name="csX4" fmla="*/ 0 w 5886450"/>
              <a:gd name="csY4" fmla="*/ 3663950 h 5359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86450" h="5359400">
                <a:moveTo>
                  <a:pt x="0" y="3663950"/>
                </a:moveTo>
                <a:lnTo>
                  <a:pt x="0" y="5359400"/>
                </a:lnTo>
                <a:lnTo>
                  <a:pt x="5886450" y="2082800"/>
                </a:lnTo>
                <a:lnTo>
                  <a:pt x="5886450" y="0"/>
                </a:lnTo>
                <a:lnTo>
                  <a:pt x="0" y="3663950"/>
                </a:lnTo>
                <a:close/>
              </a:path>
            </a:pathLst>
          </a:custGeom>
          <a:gradFill flip="none" rotWithShape="0">
            <a:gsLst>
              <a:gs pos="0">
                <a:srgbClr val="266AA9">
                  <a:alpha val="70000"/>
                </a:srgbClr>
              </a:gs>
              <a:gs pos="49000">
                <a:srgbClr val="407CB3">
                  <a:alpha val="10000"/>
                </a:srgbClr>
              </a:gs>
              <a:gs pos="99000">
                <a:srgbClr val="FFFFFF">
                  <a:alpha val="0"/>
                </a:srgb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5B594E69-F6FA-BA5A-0EB7-E311BC7E833B}"/>
              </a:ext>
            </a:extLst>
          </p:cNvPr>
          <p:cNvSpPr/>
          <p:nvPr/>
        </p:nvSpPr>
        <p:spPr>
          <a:xfrm flipH="1">
            <a:off x="14444052" y="1583569"/>
            <a:ext cx="5886450" cy="5361782"/>
          </a:xfrm>
          <a:custGeom>
            <a:avLst/>
            <a:gdLst>
              <a:gd name="csX0" fmla="*/ 0 w 5886450"/>
              <a:gd name="csY0" fmla="*/ 3663950 h 5361782"/>
              <a:gd name="csX1" fmla="*/ 19050 w 5886450"/>
              <a:gd name="csY1" fmla="*/ 5361782 h 5361782"/>
              <a:gd name="csX2" fmla="*/ 5886450 w 5886450"/>
              <a:gd name="csY2" fmla="*/ 2082800 h 5361782"/>
              <a:gd name="csX3" fmla="*/ 5886450 w 5886450"/>
              <a:gd name="csY3" fmla="*/ 0 h 5361782"/>
              <a:gd name="csX4" fmla="*/ 0 w 5886450"/>
              <a:gd name="csY4" fmla="*/ 3663950 h 53617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86450" h="5361782">
                <a:moveTo>
                  <a:pt x="0" y="3663950"/>
                </a:moveTo>
                <a:lnTo>
                  <a:pt x="19050" y="5361782"/>
                </a:lnTo>
                <a:lnTo>
                  <a:pt x="5886450" y="2082800"/>
                </a:lnTo>
                <a:lnTo>
                  <a:pt x="5886450" y="0"/>
                </a:lnTo>
                <a:lnTo>
                  <a:pt x="0" y="3663950"/>
                </a:lnTo>
                <a:close/>
              </a:path>
            </a:pathLst>
          </a:custGeom>
          <a:gradFill flip="none" rotWithShape="0">
            <a:gsLst>
              <a:gs pos="0">
                <a:srgbClr val="EF8F67">
                  <a:alpha val="70000"/>
                </a:srgbClr>
              </a:gs>
              <a:gs pos="50000">
                <a:srgbClr val="F4B397">
                  <a:alpha val="10000"/>
                  <a:lumMod val="64000"/>
                </a:srgbClr>
              </a:gs>
              <a:gs pos="100000">
                <a:srgbClr val="FFFFFF">
                  <a:alpha val="0"/>
                </a:srgb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C6D1C4F-0DE8-2B68-695F-5DE31CCE5B58}"/>
              </a:ext>
            </a:extLst>
          </p:cNvPr>
          <p:cNvCxnSpPr>
            <a:cxnSpLocks/>
          </p:cNvCxnSpPr>
          <p:nvPr/>
        </p:nvCxnSpPr>
        <p:spPr>
          <a:xfrm>
            <a:off x="17475759" y="4374752"/>
            <a:ext cx="2819024" cy="1759313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椭圆 76">
            <a:extLst>
              <a:ext uri="{FF2B5EF4-FFF2-40B4-BE49-F238E27FC236}">
                <a16:creationId xmlns:a16="http://schemas.microsoft.com/office/drawing/2014/main" id="{7C38D2D8-B61F-D02E-EB70-86569BB3A58C}"/>
              </a:ext>
            </a:extLst>
          </p:cNvPr>
          <p:cNvSpPr/>
          <p:nvPr/>
        </p:nvSpPr>
        <p:spPr>
          <a:xfrm>
            <a:off x="16549077" y="3063012"/>
            <a:ext cx="1679917" cy="1685959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02580148-0EDF-1D80-E9DC-8542D8B880BE}"/>
              </a:ext>
            </a:extLst>
          </p:cNvPr>
          <p:cNvSpPr/>
          <p:nvPr/>
        </p:nvSpPr>
        <p:spPr>
          <a:xfrm>
            <a:off x="16981244" y="3184491"/>
            <a:ext cx="1234709" cy="1439070"/>
          </a:xfrm>
          <a:custGeom>
            <a:avLst/>
            <a:gdLst>
              <a:gd name="csX0" fmla="*/ 5587 w 1234709"/>
              <a:gd name="csY0" fmla="*/ 0 h 1439070"/>
              <a:gd name="csX1" fmla="*/ 31 w 1234709"/>
              <a:gd name="csY1" fmla="*/ 1439070 h 1439070"/>
              <a:gd name="csX2" fmla="*/ 1234709 w 1234709"/>
              <a:gd name="csY2" fmla="*/ 755253 h 1439070"/>
              <a:gd name="csX3" fmla="*/ 5587 w 1234709"/>
              <a:gd name="csY3" fmla="*/ 0 h 1439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709" h="1439070">
                <a:moveTo>
                  <a:pt x="5587" y="0"/>
                </a:moveTo>
                <a:cubicBezTo>
                  <a:pt x="6116" y="490538"/>
                  <a:pt x="-498" y="948532"/>
                  <a:pt x="31" y="1439070"/>
                </a:cubicBezTo>
                <a:lnTo>
                  <a:pt x="1234709" y="755253"/>
                </a:lnTo>
                <a:lnTo>
                  <a:pt x="5587" y="0"/>
                </a:lnTo>
                <a:close/>
              </a:path>
            </a:pathLst>
          </a:custGeom>
          <a:solidFill>
            <a:srgbClr val="D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C6E9EECF-3E48-EC50-3196-FFFDC1B7730D}"/>
              </a:ext>
            </a:extLst>
          </p:cNvPr>
          <p:cNvSpPr/>
          <p:nvPr/>
        </p:nvSpPr>
        <p:spPr>
          <a:xfrm>
            <a:off x="16263327" y="3170242"/>
            <a:ext cx="1462346" cy="1467605"/>
          </a:xfrm>
          <a:prstGeom prst="ellipse">
            <a:avLst/>
          </a:prstGeom>
          <a:noFill/>
          <a:ln w="34925">
            <a:solidFill>
              <a:srgbClr val="E6795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7F3700D-9B98-6CA9-36E4-951BAA7C2067}"/>
              </a:ext>
            </a:extLst>
          </p:cNvPr>
          <p:cNvCxnSpPr>
            <a:cxnSpLocks/>
            <a:stCxn id="78" idx="1"/>
            <a:endCxn id="78" idx="0"/>
          </p:cNvCxnSpPr>
          <p:nvPr/>
        </p:nvCxnSpPr>
        <p:spPr>
          <a:xfrm flipV="1">
            <a:off x="16981275" y="3184491"/>
            <a:ext cx="5556" cy="1439070"/>
          </a:xfrm>
          <a:prstGeom prst="line">
            <a:avLst/>
          </a:prstGeom>
          <a:ln w="25400">
            <a:solidFill>
              <a:srgbClr val="E6795C"/>
            </a:solidFill>
            <a:prstDash val="solid"/>
            <a:headEnd type="stealth" w="med" len="lg"/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图形 80" descr="狗 纯色填充">
            <a:extLst>
              <a:ext uri="{FF2B5EF4-FFF2-40B4-BE49-F238E27FC236}">
                <a16:creationId xmlns:a16="http://schemas.microsoft.com/office/drawing/2014/main" id="{021CA9B4-D22B-523E-AB93-B64F9A75C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0312204" y="5566210"/>
            <a:ext cx="914400" cy="914400"/>
          </a:xfrm>
          <a:prstGeom prst="rect">
            <a:avLst/>
          </a:prstGeom>
          <a:effectLst>
            <a:outerShdw blurRad="50800" dist="215900" dir="14100000" sx="124000" sy="124000" algn="ctr" rotWithShape="0">
              <a:srgbClr val="000000">
                <a:alpha val="11000"/>
              </a:srgbClr>
            </a:outerShdw>
          </a:effectLst>
          <a:scene3d>
            <a:camera prst="orthographicFront">
              <a:rot lat="19761900" lon="19894492" rev="21425775"/>
            </a:camera>
            <a:lightRig rig="threePt" dir="t"/>
          </a:scene3d>
          <a:sp3d extrusionH="146050"/>
        </p:spPr>
      </p:pic>
      <p:pic>
        <p:nvPicPr>
          <p:cNvPr id="82" name="图形 81" descr="狗 纯色填充">
            <a:extLst>
              <a:ext uri="{FF2B5EF4-FFF2-40B4-BE49-F238E27FC236}">
                <a16:creationId xmlns:a16="http://schemas.microsoft.com/office/drawing/2014/main" id="{4954633E-ECDA-7600-CB86-5ECE3F777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25115" y="4748971"/>
            <a:ext cx="914400" cy="914400"/>
          </a:xfrm>
          <a:prstGeom prst="rect">
            <a:avLst/>
          </a:prstGeom>
          <a:effectLst>
            <a:outerShdw blurRad="292100" dist="279400" dir="21540000" sy="23000" kx="1200000" algn="br" rotWithShape="0">
              <a:prstClr val="black">
                <a:alpha val="67000"/>
              </a:prstClr>
            </a:outerShdw>
          </a:effectLst>
          <a:scene3d>
            <a:camera prst="orthographicFront">
              <a:rot lat="19799999" lon="1799989" rev="0"/>
            </a:camera>
            <a:lightRig rig="threePt" dir="t"/>
          </a:scene3d>
          <a:sp3d extrusionH="152400"/>
        </p:spPr>
      </p:pic>
      <p:grpSp>
        <p:nvGrpSpPr>
          <p:cNvPr id="83" name="组合 82">
            <a:extLst>
              <a:ext uri="{FF2B5EF4-FFF2-40B4-BE49-F238E27FC236}">
                <a16:creationId xmlns:a16="http://schemas.microsoft.com/office/drawing/2014/main" id="{4AE3F620-C65E-495D-C267-4117D3FF3823}"/>
              </a:ext>
            </a:extLst>
          </p:cNvPr>
          <p:cNvGrpSpPr/>
          <p:nvPr/>
        </p:nvGrpSpPr>
        <p:grpSpPr>
          <a:xfrm>
            <a:off x="17503447" y="-210378"/>
            <a:ext cx="659835" cy="914400"/>
            <a:chOff x="8706050" y="239749"/>
            <a:chExt cx="659835" cy="914400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F1FAD13A-B64F-92F5-4014-6788CD5C99B7}"/>
                </a:ext>
              </a:extLst>
            </p:cNvPr>
            <p:cNvSpPr/>
            <p:nvPr/>
          </p:nvSpPr>
          <p:spPr>
            <a:xfrm>
              <a:off x="9045600" y="638146"/>
              <a:ext cx="130547" cy="129807"/>
            </a:xfrm>
            <a:prstGeom prst="ellipse">
              <a:avLst/>
            </a:prstGeom>
            <a:solidFill>
              <a:srgbClr val="BD1E33"/>
            </a:solidFill>
            <a:ln>
              <a:noFill/>
            </a:ln>
            <a:effectLst>
              <a:outerShdw blurRad="228600" dist="177800" dir="3780000" sx="200000" sy="200000" algn="bl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5" name="图形 84" descr="狗 纯色填充">
              <a:extLst>
                <a:ext uri="{FF2B5EF4-FFF2-40B4-BE49-F238E27FC236}">
                  <a16:creationId xmlns:a16="http://schemas.microsoft.com/office/drawing/2014/main" id="{6FD5EB93-9351-8EEE-AD5E-23D44AEED5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706050" y="239749"/>
              <a:ext cx="659835" cy="914400"/>
            </a:xfrm>
            <a:prstGeom prst="rect">
              <a:avLst/>
            </a:prstGeom>
            <a:effectLst/>
            <a:scene3d>
              <a:camera prst="orthographicFront">
                <a:rot lat="2390254" lon="2189547" rev="223967"/>
              </a:camera>
              <a:lightRig rig="threePt" dir="t"/>
            </a:scene3d>
            <a:sp3d extrusionH="330200"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0C5DFA0D-C339-60EA-7312-F843FF3A3E48}"/>
                  </a:ext>
                </a:extLst>
              </p:cNvPr>
              <p:cNvSpPr txBox="1"/>
              <p:nvPr/>
            </p:nvSpPr>
            <p:spPr>
              <a:xfrm>
                <a:off x="5577354" y="5097610"/>
                <a:ext cx="5540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0C5DFA0D-C339-60EA-7312-F843FF3A3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354" y="5097610"/>
                <a:ext cx="55406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E2E3133-B669-C21F-9B9E-E69B34C8220A}"/>
                  </a:ext>
                </a:extLst>
              </p:cNvPr>
              <p:cNvSpPr txBox="1"/>
              <p:nvPr/>
            </p:nvSpPr>
            <p:spPr>
              <a:xfrm>
                <a:off x="8902220" y="1121844"/>
                <a:ext cx="5647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E2E3133-B669-C21F-9B9E-E69B34C82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220" y="1121844"/>
                <a:ext cx="564770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0EF7883-EF74-10FD-651E-1F2FCEFD5FCB}"/>
                  </a:ext>
                </a:extLst>
              </p:cNvPr>
              <p:cNvSpPr txBox="1"/>
              <p:nvPr/>
            </p:nvSpPr>
            <p:spPr>
              <a:xfrm>
                <a:off x="11170940" y="5988703"/>
                <a:ext cx="5647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0EF7883-EF74-10FD-651E-1F2FCEFD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940" y="5988703"/>
                <a:ext cx="564770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椭圆 122">
            <a:extLst>
              <a:ext uri="{FF2B5EF4-FFF2-40B4-BE49-F238E27FC236}">
                <a16:creationId xmlns:a16="http://schemas.microsoft.com/office/drawing/2014/main" id="{66048F9D-0E24-CB73-8223-70E458F0CB22}"/>
              </a:ext>
            </a:extLst>
          </p:cNvPr>
          <p:cNvSpPr/>
          <p:nvPr/>
        </p:nvSpPr>
        <p:spPr>
          <a:xfrm>
            <a:off x="2327041" y="4023109"/>
            <a:ext cx="1327654" cy="1332430"/>
          </a:xfrm>
          <a:prstGeom prst="ellipse">
            <a:avLst/>
          </a:prstGeom>
          <a:noFill/>
          <a:ln w="63500">
            <a:solidFill>
              <a:srgbClr val="E6795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弧形 124">
            <a:extLst>
              <a:ext uri="{FF2B5EF4-FFF2-40B4-BE49-F238E27FC236}">
                <a16:creationId xmlns:a16="http://schemas.microsoft.com/office/drawing/2014/main" id="{4CE74A56-19F2-71F6-696C-B161D51B9AF1}"/>
              </a:ext>
            </a:extLst>
          </p:cNvPr>
          <p:cNvSpPr/>
          <p:nvPr/>
        </p:nvSpPr>
        <p:spPr>
          <a:xfrm>
            <a:off x="1951969" y="2773014"/>
            <a:ext cx="2143467" cy="2143467"/>
          </a:xfrm>
          <a:prstGeom prst="arc">
            <a:avLst>
              <a:gd name="adj1" fmla="val 8263202"/>
              <a:gd name="adj2" fmla="val 12845137"/>
            </a:avLst>
          </a:prstGeom>
          <a:noFill/>
          <a:ln w="34925">
            <a:solidFill>
              <a:srgbClr val="E6795C"/>
            </a:solidFill>
            <a:prstDash val="sysDot"/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弧形 125">
            <a:extLst>
              <a:ext uri="{FF2B5EF4-FFF2-40B4-BE49-F238E27FC236}">
                <a16:creationId xmlns:a16="http://schemas.microsoft.com/office/drawing/2014/main" id="{74E6ED38-251B-A41F-13F7-E22CDEB6A5D1}"/>
              </a:ext>
            </a:extLst>
          </p:cNvPr>
          <p:cNvSpPr/>
          <p:nvPr/>
        </p:nvSpPr>
        <p:spPr>
          <a:xfrm flipH="1">
            <a:off x="1972681" y="2813850"/>
            <a:ext cx="1875893" cy="2002894"/>
          </a:xfrm>
          <a:prstGeom prst="arc">
            <a:avLst>
              <a:gd name="adj1" fmla="val 8936341"/>
              <a:gd name="adj2" fmla="val 12405509"/>
            </a:avLst>
          </a:prstGeom>
          <a:noFill/>
          <a:ln>
            <a:solidFill>
              <a:schemeClr val="accent3"/>
            </a:solidFill>
            <a:headEnd type="triangle"/>
            <a:tailEnd type="non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7E6DDD2-9E4A-E9C9-4BF0-10B66FFAB531}"/>
                  </a:ext>
                </a:extLst>
              </p:cNvPr>
              <p:cNvSpPr txBox="1"/>
              <p:nvPr/>
            </p:nvSpPr>
            <p:spPr>
              <a:xfrm>
                <a:off x="3883348" y="3532045"/>
                <a:ext cx="1568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最小覆盖圆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𝔹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7E6DDD2-9E4A-E9C9-4BF0-10B66FFAB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348" y="3532045"/>
                <a:ext cx="1568752" cy="738664"/>
              </a:xfrm>
              <a:prstGeom prst="rect">
                <a:avLst/>
              </a:prstGeom>
              <a:blipFill>
                <a:blip r:embed="rId10"/>
                <a:stretch>
                  <a:fillRect l="-11673" t="-12295" r="-9339" b="-2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AF807F9-A109-D91C-DCE0-3765B63BA883}"/>
                  </a:ext>
                </a:extLst>
              </p:cNvPr>
              <p:cNvSpPr txBox="1"/>
              <p:nvPr/>
            </p:nvSpPr>
            <p:spPr>
              <a:xfrm>
                <a:off x="779429" y="5638985"/>
                <a:ext cx="4809586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支撑顶点集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_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|2=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∗}</m:t>
                    </m:r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6AF807F9-A109-D91C-DCE0-3765B63BA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29" y="5638985"/>
                <a:ext cx="4809586" cy="399084"/>
              </a:xfrm>
              <a:prstGeom prst="rect">
                <a:avLst/>
              </a:prstGeom>
              <a:blipFill>
                <a:blip r:embed="rId11"/>
                <a:stretch>
                  <a:fillRect l="-3929" t="-27692" r="-1901" b="-3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BC17BB90-8888-3D67-E76F-573DFE8A18C0}"/>
                  </a:ext>
                </a:extLst>
              </p:cNvPr>
              <p:cNvSpPr txBox="1"/>
              <p:nvPr/>
            </p:nvSpPr>
            <p:spPr>
              <a:xfrm>
                <a:off x="571605" y="3477360"/>
                <a:ext cx="1568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直径圆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𝔹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BC17BB90-8888-3D67-E76F-573DFE8A1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05" y="3477360"/>
                <a:ext cx="1568752" cy="738664"/>
              </a:xfrm>
              <a:prstGeom prst="rect">
                <a:avLst/>
              </a:prstGeom>
              <a:blipFill>
                <a:blip r:embed="rId12"/>
                <a:stretch>
                  <a:fillRect t="-12295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65EFDFA-89C8-A14E-4ABD-3BCDD15A0983}"/>
                  </a:ext>
                </a:extLst>
              </p:cNvPr>
              <p:cNvSpPr txBox="1"/>
              <p:nvPr/>
            </p:nvSpPr>
            <p:spPr>
              <a:xfrm>
                <a:off x="798432" y="6135756"/>
                <a:ext cx="4516236" cy="431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圆心位于支撑点凸包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sub>
                    </m:sSub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conv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𝒮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D65EFDFA-89C8-A14E-4ABD-3BCDD15A0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2" y="6135756"/>
                <a:ext cx="4516236" cy="431337"/>
              </a:xfrm>
              <a:prstGeom prst="rect">
                <a:avLst/>
              </a:prstGeom>
              <a:blipFill>
                <a:blip r:embed="rId13"/>
                <a:stretch>
                  <a:fillRect l="-4184" t="-2285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不完整圆 119">
            <a:extLst>
              <a:ext uri="{FF2B5EF4-FFF2-40B4-BE49-F238E27FC236}">
                <a16:creationId xmlns:a16="http://schemas.microsoft.com/office/drawing/2014/main" id="{11A29219-D28A-A039-B618-C84B22A8257E}"/>
              </a:ext>
            </a:extLst>
          </p:cNvPr>
          <p:cNvSpPr/>
          <p:nvPr/>
        </p:nvSpPr>
        <p:spPr>
          <a:xfrm>
            <a:off x="2235180" y="3925082"/>
            <a:ext cx="1525614" cy="1531099"/>
          </a:xfrm>
          <a:prstGeom prst="pie">
            <a:avLst>
              <a:gd name="adj1" fmla="val 12027522"/>
              <a:gd name="adj2" fmla="val 10297899"/>
            </a:avLst>
          </a:prstGeom>
          <a:gradFill>
            <a:gsLst>
              <a:gs pos="56000">
                <a:srgbClr val="F1F1F1"/>
              </a:gs>
              <a:gs pos="2128">
                <a:schemeClr val="bg1">
                  <a:alpha val="31000"/>
                </a:schemeClr>
              </a:gs>
              <a:gs pos="100000">
                <a:schemeClr val="bg2">
                  <a:lumMod val="90000"/>
                </a:schemeClr>
              </a:gs>
            </a:gsLst>
            <a:lin ang="21000000" scaled="0"/>
          </a:gra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F9F91867-644A-EC77-5D19-4E969EC11797}"/>
              </a:ext>
            </a:extLst>
          </p:cNvPr>
          <p:cNvSpPr txBox="1"/>
          <p:nvPr/>
        </p:nvSpPr>
        <p:spPr>
          <a:xfrm>
            <a:off x="3216421" y="217174"/>
            <a:ext cx="54522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最小覆盖圆失效反例示意图</a:t>
            </a: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7240A382-B86D-EF9A-38D0-161597858BBF}"/>
              </a:ext>
            </a:extLst>
          </p:cNvPr>
          <p:cNvSpPr/>
          <p:nvPr/>
        </p:nvSpPr>
        <p:spPr>
          <a:xfrm>
            <a:off x="12416468" y="-5346208"/>
            <a:ext cx="5532698" cy="4803494"/>
          </a:xfrm>
          <a:custGeom>
            <a:avLst/>
            <a:gdLst>
              <a:gd name="csX0" fmla="*/ 1307939 w 5532698"/>
              <a:gd name="csY0" fmla="*/ 0 h 4803494"/>
              <a:gd name="csX1" fmla="*/ 4224760 w 5532698"/>
              <a:gd name="csY1" fmla="*/ 57874 h 4803494"/>
              <a:gd name="csX2" fmla="*/ 5532698 w 5532698"/>
              <a:gd name="csY2" fmla="*/ 2442258 h 4803494"/>
              <a:gd name="csX3" fmla="*/ 4065554 w 5532698"/>
              <a:gd name="csY3" fmla="*/ 4754944 h 4803494"/>
              <a:gd name="csX4" fmla="*/ 1354237 w 5532698"/>
              <a:gd name="csY4" fmla="*/ 4803494 h 4803494"/>
              <a:gd name="csX5" fmla="*/ 0 w 5532698"/>
              <a:gd name="csY5" fmla="*/ 2407534 h 4803494"/>
              <a:gd name="csX6" fmla="*/ 1307939 w 5532698"/>
              <a:gd name="csY6" fmla="*/ 0 h 4803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532698" h="4803494">
                <a:moveTo>
                  <a:pt x="1307939" y="0"/>
                </a:moveTo>
                <a:lnTo>
                  <a:pt x="4224760" y="57874"/>
                </a:lnTo>
                <a:lnTo>
                  <a:pt x="5532698" y="2442258"/>
                </a:lnTo>
                <a:lnTo>
                  <a:pt x="4065554" y="4754944"/>
                </a:lnTo>
                <a:lnTo>
                  <a:pt x="1354237" y="4803494"/>
                </a:lnTo>
                <a:lnTo>
                  <a:pt x="0" y="2407534"/>
                </a:lnTo>
                <a:lnTo>
                  <a:pt x="1307939" y="0"/>
                </a:lnTo>
                <a:close/>
              </a:path>
            </a:pathLst>
          </a:custGeom>
          <a:solidFill>
            <a:srgbClr val="D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91C4AB7A-AA9E-4605-83A5-51668C7566F0}"/>
              </a:ext>
            </a:extLst>
          </p:cNvPr>
          <p:cNvSpPr>
            <a:spLocks noChangeAspect="1"/>
          </p:cNvSpPr>
          <p:nvPr/>
        </p:nvSpPr>
        <p:spPr>
          <a:xfrm>
            <a:off x="12429544" y="-5694792"/>
            <a:ext cx="5544000" cy="5544000"/>
          </a:xfrm>
          <a:prstGeom prst="ellipse">
            <a:avLst/>
          </a:prstGeom>
          <a:noFill/>
          <a:ln w="19050">
            <a:solidFill>
              <a:srgbClr val="E679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2288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38E2EAF9-56C7-5FFA-687F-BAF9DC2FB13B}"/>
              </a:ext>
            </a:extLst>
          </p:cNvPr>
          <p:cNvSpPr>
            <a:spLocks noChangeAspect="1"/>
          </p:cNvSpPr>
          <p:nvPr/>
        </p:nvSpPr>
        <p:spPr>
          <a:xfrm>
            <a:off x="11675897" y="688529"/>
            <a:ext cx="5592763" cy="5592763"/>
          </a:xfrm>
          <a:prstGeom prst="ellipse">
            <a:avLst/>
          </a:prstGeom>
          <a:solidFill>
            <a:srgbClr val="266AA9">
              <a:alpha val="31000"/>
            </a:srgbClr>
          </a:solidFill>
          <a:ln w="19050">
            <a:solidFill>
              <a:srgbClr val="266AA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C1F35E7-2D3D-B3AE-DFF9-96F00B52EB0C}"/>
              </a:ext>
            </a:extLst>
          </p:cNvPr>
          <p:cNvSpPr>
            <a:spLocks noChangeAspect="1"/>
          </p:cNvSpPr>
          <p:nvPr/>
        </p:nvSpPr>
        <p:spPr>
          <a:xfrm>
            <a:off x="11748786" y="727029"/>
            <a:ext cx="5544000" cy="5544000"/>
          </a:xfrm>
          <a:prstGeom prst="ellipse">
            <a:avLst/>
          </a:prstGeom>
          <a:noFill/>
          <a:ln w="19050">
            <a:solidFill>
              <a:srgbClr val="E679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BE825C6-00A3-AA40-739B-66754A4AC0BD}"/>
              </a:ext>
            </a:extLst>
          </p:cNvPr>
          <p:cNvSpPr/>
          <p:nvPr/>
        </p:nvSpPr>
        <p:spPr>
          <a:xfrm>
            <a:off x="11735710" y="1075613"/>
            <a:ext cx="5532698" cy="4803494"/>
          </a:xfrm>
          <a:custGeom>
            <a:avLst/>
            <a:gdLst>
              <a:gd name="csX0" fmla="*/ 1307939 w 5532698"/>
              <a:gd name="csY0" fmla="*/ 0 h 4803494"/>
              <a:gd name="csX1" fmla="*/ 4224760 w 5532698"/>
              <a:gd name="csY1" fmla="*/ 57874 h 4803494"/>
              <a:gd name="csX2" fmla="*/ 5532698 w 5532698"/>
              <a:gd name="csY2" fmla="*/ 2442258 h 4803494"/>
              <a:gd name="csX3" fmla="*/ 4065554 w 5532698"/>
              <a:gd name="csY3" fmla="*/ 4754944 h 4803494"/>
              <a:gd name="csX4" fmla="*/ 1354237 w 5532698"/>
              <a:gd name="csY4" fmla="*/ 4803494 h 4803494"/>
              <a:gd name="csX5" fmla="*/ 0 w 5532698"/>
              <a:gd name="csY5" fmla="*/ 2407534 h 4803494"/>
              <a:gd name="csX6" fmla="*/ 1307939 w 5532698"/>
              <a:gd name="csY6" fmla="*/ 0 h 4803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532698" h="4803494">
                <a:moveTo>
                  <a:pt x="1307939" y="0"/>
                </a:moveTo>
                <a:lnTo>
                  <a:pt x="4224760" y="57874"/>
                </a:lnTo>
                <a:lnTo>
                  <a:pt x="5532698" y="2442258"/>
                </a:lnTo>
                <a:lnTo>
                  <a:pt x="4065554" y="4754944"/>
                </a:lnTo>
                <a:lnTo>
                  <a:pt x="1354237" y="4803494"/>
                </a:lnTo>
                <a:lnTo>
                  <a:pt x="0" y="2407534"/>
                </a:lnTo>
                <a:lnTo>
                  <a:pt x="1307939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弧形 27">
            <a:extLst>
              <a:ext uri="{FF2B5EF4-FFF2-40B4-BE49-F238E27FC236}">
                <a16:creationId xmlns:a16="http://schemas.microsoft.com/office/drawing/2014/main" id="{6454EECC-31F9-AFE0-0F27-3611F7FD3FDC}"/>
              </a:ext>
            </a:extLst>
          </p:cNvPr>
          <p:cNvSpPr/>
          <p:nvPr/>
        </p:nvSpPr>
        <p:spPr>
          <a:xfrm rot="12423891">
            <a:off x="3467576" y="1487873"/>
            <a:ext cx="5259669" cy="1492992"/>
          </a:xfrm>
          <a:prstGeom prst="curvedUpArrow">
            <a:avLst>
              <a:gd name="adj1" fmla="val 27826"/>
              <a:gd name="adj2" fmla="val 62023"/>
              <a:gd name="adj3" fmla="val 51223"/>
            </a:avLst>
          </a:prstGeom>
          <a:gradFill flip="none" rotWithShape="0">
            <a:gsLst>
              <a:gs pos="57000">
                <a:srgbClr val="DBDBDB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lumMod val="85000"/>
                </a:scheme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13">
            <a:extLst>
              <a:ext uri="{FF2B5EF4-FFF2-40B4-BE49-F238E27FC236}">
                <a16:creationId xmlns:a16="http://schemas.microsoft.com/office/drawing/2014/main" id="{DB3C49C0-21A8-25F0-F395-CFEFA64539C3}"/>
              </a:ext>
            </a:extLst>
          </p:cNvPr>
          <p:cNvSpPr/>
          <p:nvPr/>
        </p:nvSpPr>
        <p:spPr>
          <a:xfrm rot="16200000" flipH="1">
            <a:off x="6353332" y="3670914"/>
            <a:ext cx="5715000" cy="1717674"/>
          </a:xfrm>
          <a:custGeom>
            <a:avLst/>
            <a:gdLst>
              <a:gd name="csX0" fmla="*/ 0 w 5715000"/>
              <a:gd name="csY0" fmla="*/ 749300 h 1717674"/>
              <a:gd name="csX1" fmla="*/ 1634671 w 5715000"/>
              <a:gd name="csY1" fmla="*/ 906 h 1717674"/>
              <a:gd name="csX2" fmla="*/ 5715000 w 5715000"/>
              <a:gd name="csY2" fmla="*/ 0 h 1717674"/>
              <a:gd name="csX3" fmla="*/ 5715000 w 5715000"/>
              <a:gd name="csY3" fmla="*/ 1717674 h 1717674"/>
              <a:gd name="csX4" fmla="*/ 660400 w 5715000"/>
              <a:gd name="csY4" fmla="*/ 1574799 h 1717674"/>
              <a:gd name="csX5" fmla="*/ 355600 w 5715000"/>
              <a:gd name="csY5" fmla="*/ 1181099 h 1717674"/>
              <a:gd name="csX6" fmla="*/ 0 w 5715000"/>
              <a:gd name="csY6" fmla="*/ 749300 h 1717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15000" h="1717674">
                <a:moveTo>
                  <a:pt x="0" y="749300"/>
                </a:moveTo>
                <a:lnTo>
                  <a:pt x="1634671" y="906"/>
                </a:lnTo>
                <a:lnTo>
                  <a:pt x="5715000" y="0"/>
                </a:lnTo>
                <a:lnTo>
                  <a:pt x="5715000" y="1717674"/>
                </a:lnTo>
                <a:lnTo>
                  <a:pt x="660400" y="1574799"/>
                </a:lnTo>
                <a:lnTo>
                  <a:pt x="355600" y="1181099"/>
                </a:lnTo>
                <a:lnTo>
                  <a:pt x="0" y="749300"/>
                </a:lnTo>
                <a:close/>
              </a:path>
            </a:pathLst>
          </a:custGeom>
          <a:gradFill flip="none" rotWithShape="0">
            <a:gsLst>
              <a:gs pos="0">
                <a:srgbClr val="B01A2E">
                  <a:alpha val="70000"/>
                </a:srgbClr>
              </a:gs>
              <a:gs pos="51600">
                <a:srgbClr val="D9909A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EC46F36-3948-CA76-5DC7-535C1EB84A89}"/>
              </a:ext>
            </a:extLst>
          </p:cNvPr>
          <p:cNvCxnSpPr>
            <a:cxnSpLocks/>
            <a:stCxn id="32" idx="2"/>
          </p:cNvCxnSpPr>
          <p:nvPr/>
        </p:nvCxnSpPr>
        <p:spPr>
          <a:xfrm flipV="1">
            <a:off x="6021544" y="4259876"/>
            <a:ext cx="2350293" cy="131762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7D4EBD8-52A0-D352-5720-4594FD112D02}"/>
              </a:ext>
            </a:extLst>
          </p:cNvPr>
          <p:cNvCxnSpPr>
            <a:cxnSpLocks/>
            <a:stCxn id="29" idx="0"/>
          </p:cNvCxnSpPr>
          <p:nvPr/>
        </p:nvCxnSpPr>
        <p:spPr>
          <a:xfrm>
            <a:off x="9101295" y="1672251"/>
            <a:ext cx="50717" cy="251777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566FF71A-40F1-E42A-18C4-AA858F714A6B}"/>
              </a:ext>
            </a:extLst>
          </p:cNvPr>
          <p:cNvSpPr/>
          <p:nvPr/>
        </p:nvSpPr>
        <p:spPr>
          <a:xfrm>
            <a:off x="6021544" y="1208701"/>
            <a:ext cx="5686425" cy="4368800"/>
          </a:xfrm>
          <a:custGeom>
            <a:avLst/>
            <a:gdLst>
              <a:gd name="csX0" fmla="*/ 396875 w 5686425"/>
              <a:gd name="csY0" fmla="*/ 3314700 h 4368800"/>
              <a:gd name="csX1" fmla="*/ 228600 w 5686425"/>
              <a:gd name="csY1" fmla="*/ 3787775 h 4368800"/>
              <a:gd name="csX2" fmla="*/ 0 w 5686425"/>
              <a:gd name="csY2" fmla="*/ 4368800 h 4368800"/>
              <a:gd name="csX3" fmla="*/ 1928813 w 5686425"/>
              <a:gd name="csY3" fmla="*/ 4174331 h 4368800"/>
              <a:gd name="csX4" fmla="*/ 5686425 w 5686425"/>
              <a:gd name="csY4" fmla="*/ 2082800 h 4368800"/>
              <a:gd name="csX5" fmla="*/ 5686425 w 5686425"/>
              <a:gd name="csY5" fmla="*/ 0 h 4368800"/>
              <a:gd name="csX6" fmla="*/ 396875 w 5686425"/>
              <a:gd name="csY6" fmla="*/ 3314700 h 436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6425" h="4368800">
                <a:moveTo>
                  <a:pt x="396875" y="3314700"/>
                </a:moveTo>
                <a:lnTo>
                  <a:pt x="228600" y="3787775"/>
                </a:lnTo>
                <a:lnTo>
                  <a:pt x="0" y="4368800"/>
                </a:lnTo>
                <a:lnTo>
                  <a:pt x="1928813" y="4174331"/>
                </a:lnTo>
                <a:lnTo>
                  <a:pt x="5686425" y="2082800"/>
                </a:lnTo>
                <a:lnTo>
                  <a:pt x="5686425" y="0"/>
                </a:lnTo>
                <a:lnTo>
                  <a:pt x="396875" y="3314700"/>
                </a:lnTo>
                <a:close/>
              </a:path>
            </a:pathLst>
          </a:custGeom>
          <a:gradFill flip="none" rotWithShape="0">
            <a:gsLst>
              <a:gs pos="0">
                <a:srgbClr val="266AA9">
                  <a:alpha val="70000"/>
                </a:srgbClr>
              </a:gs>
              <a:gs pos="49000">
                <a:srgbClr val="407CB3">
                  <a:alpha val="4000"/>
                </a:srgbClr>
              </a:gs>
              <a:gs pos="99000">
                <a:srgbClr val="FFFFFF">
                  <a:alpha val="0"/>
                </a:srgb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7432C37-0F60-D0EA-0BAD-C1CA74612FCC}"/>
              </a:ext>
            </a:extLst>
          </p:cNvPr>
          <p:cNvSpPr/>
          <p:nvPr/>
        </p:nvSpPr>
        <p:spPr>
          <a:xfrm flipH="1">
            <a:off x="5821519" y="2113649"/>
            <a:ext cx="5334000" cy="4429052"/>
          </a:xfrm>
          <a:custGeom>
            <a:avLst/>
            <a:gdLst>
              <a:gd name="csX0" fmla="*/ 567690 w 5334000"/>
              <a:gd name="csY0" fmla="*/ 3481070 h 4429052"/>
              <a:gd name="csX1" fmla="*/ 0 w 5334000"/>
              <a:gd name="csY1" fmla="*/ 4222592 h 4429052"/>
              <a:gd name="csX2" fmla="*/ 1143000 w 5334000"/>
              <a:gd name="csY2" fmla="*/ 4429052 h 4429052"/>
              <a:gd name="csX3" fmla="*/ 5334000 w 5334000"/>
              <a:gd name="csY3" fmla="*/ 2082800 h 4429052"/>
              <a:gd name="csX4" fmla="*/ 5334000 w 5334000"/>
              <a:gd name="csY4" fmla="*/ 0 h 4429052"/>
              <a:gd name="csX5" fmla="*/ 1176337 w 5334000"/>
              <a:gd name="csY5" fmla="*/ 2585965 h 4429052"/>
              <a:gd name="csX6" fmla="*/ 567690 w 5334000"/>
              <a:gd name="csY6" fmla="*/ 3481070 h 4429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4000" h="4429052">
                <a:moveTo>
                  <a:pt x="567690" y="3481070"/>
                </a:moveTo>
                <a:lnTo>
                  <a:pt x="0" y="4222592"/>
                </a:lnTo>
                <a:lnTo>
                  <a:pt x="1143000" y="4429052"/>
                </a:lnTo>
                <a:lnTo>
                  <a:pt x="5334000" y="2082800"/>
                </a:lnTo>
                <a:lnTo>
                  <a:pt x="5334000" y="0"/>
                </a:lnTo>
                <a:lnTo>
                  <a:pt x="1176337" y="2585965"/>
                </a:lnTo>
                <a:lnTo>
                  <a:pt x="567690" y="3481070"/>
                </a:lnTo>
                <a:close/>
              </a:path>
            </a:pathLst>
          </a:custGeom>
          <a:gradFill flip="none" rotWithShape="0">
            <a:gsLst>
              <a:gs pos="0">
                <a:srgbClr val="EF8F67">
                  <a:alpha val="70000"/>
                </a:srgbClr>
              </a:gs>
              <a:gs pos="50000">
                <a:srgbClr val="F4B397">
                  <a:lumMod val="64000"/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BC13AA3-4BDC-DBC6-DE43-1AFC02C70464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8853226" y="4904832"/>
            <a:ext cx="2302293" cy="1431409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947F8616-CCA2-2C4C-9C3C-80452570102F}"/>
              </a:ext>
            </a:extLst>
          </p:cNvPr>
          <p:cNvSpPr/>
          <p:nvPr/>
        </p:nvSpPr>
        <p:spPr>
          <a:xfrm>
            <a:off x="7926544" y="3593092"/>
            <a:ext cx="1679917" cy="1685959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EA9847D0-5633-923C-8E8E-5BE24480E7AE}"/>
              </a:ext>
            </a:extLst>
          </p:cNvPr>
          <p:cNvSpPr/>
          <p:nvPr/>
        </p:nvSpPr>
        <p:spPr>
          <a:xfrm>
            <a:off x="8358711" y="3714571"/>
            <a:ext cx="1234709" cy="1439070"/>
          </a:xfrm>
          <a:custGeom>
            <a:avLst/>
            <a:gdLst>
              <a:gd name="csX0" fmla="*/ 5587 w 1234709"/>
              <a:gd name="csY0" fmla="*/ 0 h 1439070"/>
              <a:gd name="csX1" fmla="*/ 31 w 1234709"/>
              <a:gd name="csY1" fmla="*/ 1439070 h 1439070"/>
              <a:gd name="csX2" fmla="*/ 1234709 w 1234709"/>
              <a:gd name="csY2" fmla="*/ 755253 h 1439070"/>
              <a:gd name="csX3" fmla="*/ 5587 w 1234709"/>
              <a:gd name="csY3" fmla="*/ 0 h 1439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709" h="1439070">
                <a:moveTo>
                  <a:pt x="5587" y="0"/>
                </a:moveTo>
                <a:cubicBezTo>
                  <a:pt x="6116" y="490538"/>
                  <a:pt x="-498" y="948532"/>
                  <a:pt x="31" y="1439070"/>
                </a:cubicBezTo>
                <a:lnTo>
                  <a:pt x="1234709" y="755253"/>
                </a:lnTo>
                <a:lnTo>
                  <a:pt x="5587" y="0"/>
                </a:lnTo>
                <a:close/>
              </a:path>
            </a:pathLst>
          </a:custGeom>
          <a:solidFill>
            <a:srgbClr val="D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B54B812-3A75-9BD5-0260-7D1333504340}"/>
              </a:ext>
            </a:extLst>
          </p:cNvPr>
          <p:cNvSpPr/>
          <p:nvPr/>
        </p:nvSpPr>
        <p:spPr>
          <a:xfrm>
            <a:off x="7640794" y="3700322"/>
            <a:ext cx="1462346" cy="1467605"/>
          </a:xfrm>
          <a:prstGeom prst="ellipse">
            <a:avLst/>
          </a:prstGeom>
          <a:noFill/>
          <a:ln w="63500">
            <a:solidFill>
              <a:srgbClr val="E6795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BA8B962-7842-D90B-7E5A-C6B6C210A703}"/>
              </a:ext>
            </a:extLst>
          </p:cNvPr>
          <p:cNvCxnSpPr>
            <a:cxnSpLocks/>
            <a:stCxn id="36" idx="1"/>
            <a:endCxn id="36" idx="0"/>
          </p:cNvCxnSpPr>
          <p:nvPr/>
        </p:nvCxnSpPr>
        <p:spPr>
          <a:xfrm flipV="1">
            <a:off x="8358742" y="3714571"/>
            <a:ext cx="5556" cy="1439070"/>
          </a:xfrm>
          <a:prstGeom prst="line">
            <a:avLst/>
          </a:prstGeom>
          <a:ln w="25400">
            <a:solidFill>
              <a:srgbClr val="E6795C"/>
            </a:solidFill>
            <a:prstDash val="solid"/>
            <a:headEnd type="stealth" w="med" len="lg"/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E6CEFDF-6C7E-FC99-6FC7-AEABA11D74ED}"/>
              </a:ext>
            </a:extLst>
          </p:cNvPr>
          <p:cNvGrpSpPr/>
          <p:nvPr/>
        </p:nvGrpSpPr>
        <p:grpSpPr>
          <a:xfrm>
            <a:off x="2296975" y="1644341"/>
            <a:ext cx="1838892" cy="1845503"/>
            <a:chOff x="6736591" y="5122682"/>
            <a:chExt cx="1679917" cy="1685959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4B538F7C-5CA8-4A5B-0E13-726F236EBE98}"/>
                </a:ext>
              </a:extLst>
            </p:cNvPr>
            <p:cNvSpPr/>
            <p:nvPr/>
          </p:nvSpPr>
          <p:spPr>
            <a:xfrm>
              <a:off x="6736591" y="5122682"/>
              <a:ext cx="1679917" cy="168595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46A95F40-02CA-FE1F-1CFF-6E4308339812}"/>
                </a:ext>
              </a:extLst>
            </p:cNvPr>
            <p:cNvSpPr/>
            <p:nvPr/>
          </p:nvSpPr>
          <p:spPr>
            <a:xfrm>
              <a:off x="7168754" y="5244161"/>
              <a:ext cx="1234709" cy="1439070"/>
            </a:xfrm>
            <a:custGeom>
              <a:avLst/>
              <a:gdLst>
                <a:gd name="csX0" fmla="*/ 5587 w 1234709"/>
                <a:gd name="csY0" fmla="*/ 0 h 1439070"/>
                <a:gd name="csX1" fmla="*/ 31 w 1234709"/>
                <a:gd name="csY1" fmla="*/ 1439070 h 1439070"/>
                <a:gd name="csX2" fmla="*/ 1234709 w 1234709"/>
                <a:gd name="csY2" fmla="*/ 755253 h 1439070"/>
                <a:gd name="csX3" fmla="*/ 5587 w 1234709"/>
                <a:gd name="csY3" fmla="*/ 0 h 143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34709" h="1439070">
                  <a:moveTo>
                    <a:pt x="5587" y="0"/>
                  </a:moveTo>
                  <a:cubicBezTo>
                    <a:pt x="6116" y="490538"/>
                    <a:pt x="-498" y="948532"/>
                    <a:pt x="31" y="1439070"/>
                  </a:cubicBezTo>
                  <a:lnTo>
                    <a:pt x="1234709" y="755253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DB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E7A335A-3D47-FF33-408B-B682E515128C}"/>
              </a:ext>
            </a:extLst>
          </p:cNvPr>
          <p:cNvGrpSpPr/>
          <p:nvPr/>
        </p:nvGrpSpPr>
        <p:grpSpPr>
          <a:xfrm>
            <a:off x="1981340" y="1765318"/>
            <a:ext cx="1600282" cy="1606038"/>
            <a:chOff x="7134601" y="5307673"/>
            <a:chExt cx="1462346" cy="146760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089CB3C-4E0A-7407-F503-54447E9DA7E6}"/>
                </a:ext>
              </a:extLst>
            </p:cNvPr>
            <p:cNvSpPr/>
            <p:nvPr/>
          </p:nvSpPr>
          <p:spPr>
            <a:xfrm>
              <a:off x="7134601" y="5307673"/>
              <a:ext cx="1462346" cy="1467605"/>
            </a:xfrm>
            <a:prstGeom prst="ellipse">
              <a:avLst/>
            </a:prstGeom>
            <a:noFill/>
            <a:ln w="73025">
              <a:solidFill>
                <a:srgbClr val="E6795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D37FC74-18B5-4F61-F0B1-DDC8B454E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2549" y="5321922"/>
              <a:ext cx="5556" cy="1439070"/>
            </a:xfrm>
            <a:prstGeom prst="line">
              <a:avLst/>
            </a:prstGeom>
            <a:ln w="73025">
              <a:solidFill>
                <a:srgbClr val="E6795C"/>
              </a:solidFill>
              <a:prstDash val="solid"/>
              <a:headEnd type="stealth" w="med" len="lg"/>
              <a:tailEnd type="stealth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6F82703-41A1-48BA-6356-6C11EC7E13E0}"/>
                  </a:ext>
                </a:extLst>
              </p:cNvPr>
              <p:cNvSpPr txBox="1"/>
              <p:nvPr/>
            </p:nvSpPr>
            <p:spPr>
              <a:xfrm>
                <a:off x="5577354" y="5097610"/>
                <a:ext cx="5540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6F82703-41A1-48BA-6356-6C11EC7E1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354" y="5097610"/>
                <a:ext cx="55406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94FBAF8-69DA-5792-C4FF-85F53AA14E72}"/>
                  </a:ext>
                </a:extLst>
              </p:cNvPr>
              <p:cNvSpPr txBox="1"/>
              <p:nvPr/>
            </p:nvSpPr>
            <p:spPr>
              <a:xfrm>
                <a:off x="8902220" y="1121844"/>
                <a:ext cx="5647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94FBAF8-69DA-5792-C4FF-85F53AA14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220" y="1121844"/>
                <a:ext cx="5647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FB677FC-40EB-7021-7213-A7016E58A07A}"/>
                  </a:ext>
                </a:extLst>
              </p:cNvPr>
              <p:cNvSpPr txBox="1"/>
              <p:nvPr/>
            </p:nvSpPr>
            <p:spPr>
              <a:xfrm>
                <a:off x="11170940" y="5988703"/>
                <a:ext cx="5647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FB677FC-40EB-7021-7213-A7016E58A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940" y="5988703"/>
                <a:ext cx="56477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>
            <a:extLst>
              <a:ext uri="{FF2B5EF4-FFF2-40B4-BE49-F238E27FC236}">
                <a16:creationId xmlns:a16="http://schemas.microsoft.com/office/drawing/2014/main" id="{640BFC97-8E09-FCA6-C508-1F1431741C87}"/>
              </a:ext>
            </a:extLst>
          </p:cNvPr>
          <p:cNvSpPr/>
          <p:nvPr/>
        </p:nvSpPr>
        <p:spPr>
          <a:xfrm>
            <a:off x="2327041" y="4023109"/>
            <a:ext cx="1327654" cy="1332430"/>
          </a:xfrm>
          <a:prstGeom prst="ellipse">
            <a:avLst/>
          </a:prstGeom>
          <a:noFill/>
          <a:ln w="63500">
            <a:solidFill>
              <a:srgbClr val="E6795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弧形 48">
            <a:extLst>
              <a:ext uri="{FF2B5EF4-FFF2-40B4-BE49-F238E27FC236}">
                <a16:creationId xmlns:a16="http://schemas.microsoft.com/office/drawing/2014/main" id="{24880B9C-E6DC-50C4-68CA-5C1E7FE55B6D}"/>
              </a:ext>
            </a:extLst>
          </p:cNvPr>
          <p:cNvSpPr/>
          <p:nvPr/>
        </p:nvSpPr>
        <p:spPr>
          <a:xfrm>
            <a:off x="1951969" y="2773014"/>
            <a:ext cx="2143467" cy="2143467"/>
          </a:xfrm>
          <a:prstGeom prst="arc">
            <a:avLst>
              <a:gd name="adj1" fmla="val 8263202"/>
              <a:gd name="adj2" fmla="val 12845137"/>
            </a:avLst>
          </a:prstGeom>
          <a:noFill/>
          <a:ln w="34925">
            <a:solidFill>
              <a:srgbClr val="E6795C"/>
            </a:solidFill>
            <a:prstDash val="sysDot"/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弧形 49">
            <a:extLst>
              <a:ext uri="{FF2B5EF4-FFF2-40B4-BE49-F238E27FC236}">
                <a16:creationId xmlns:a16="http://schemas.microsoft.com/office/drawing/2014/main" id="{AE970CE3-4416-C683-DEE1-04C5F6F95C4A}"/>
              </a:ext>
            </a:extLst>
          </p:cNvPr>
          <p:cNvSpPr/>
          <p:nvPr/>
        </p:nvSpPr>
        <p:spPr>
          <a:xfrm flipH="1">
            <a:off x="1972681" y="2813850"/>
            <a:ext cx="1875893" cy="2002894"/>
          </a:xfrm>
          <a:prstGeom prst="arc">
            <a:avLst>
              <a:gd name="adj1" fmla="val 8936341"/>
              <a:gd name="adj2" fmla="val 12405509"/>
            </a:avLst>
          </a:prstGeom>
          <a:noFill/>
          <a:ln>
            <a:solidFill>
              <a:schemeClr val="accent3"/>
            </a:solidFill>
            <a:headEnd type="triangle"/>
            <a:tailEnd type="non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51A4490-CAAE-6133-797A-7EE0A73AD29D}"/>
                  </a:ext>
                </a:extLst>
              </p:cNvPr>
              <p:cNvSpPr txBox="1"/>
              <p:nvPr/>
            </p:nvSpPr>
            <p:spPr>
              <a:xfrm>
                <a:off x="3883348" y="3532045"/>
                <a:ext cx="1568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最小覆盖圆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𝔹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51A4490-CAAE-6133-797A-7EE0A73AD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348" y="3532045"/>
                <a:ext cx="1568752" cy="738664"/>
              </a:xfrm>
              <a:prstGeom prst="rect">
                <a:avLst/>
              </a:prstGeom>
              <a:blipFill>
                <a:blip r:embed="rId5"/>
                <a:stretch>
                  <a:fillRect l="-11673" t="-12295" r="-9339" b="-2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9F95D92-1C0A-EFC3-5FC3-4DDA0511F9BA}"/>
                  </a:ext>
                </a:extLst>
              </p:cNvPr>
              <p:cNvSpPr txBox="1"/>
              <p:nvPr/>
            </p:nvSpPr>
            <p:spPr>
              <a:xfrm>
                <a:off x="779429" y="5638985"/>
                <a:ext cx="4809586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支撑顶点集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_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|2=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∗}</m:t>
                    </m:r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9F95D92-1C0A-EFC3-5FC3-4DDA0511F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29" y="5638985"/>
                <a:ext cx="4809586" cy="399084"/>
              </a:xfrm>
              <a:prstGeom prst="rect">
                <a:avLst/>
              </a:prstGeom>
              <a:blipFill>
                <a:blip r:embed="rId6"/>
                <a:stretch>
                  <a:fillRect l="-3929" t="-27692" r="-1901" b="-3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7F48403-C5C6-91A6-FDB3-74E1D4A725B8}"/>
                  </a:ext>
                </a:extLst>
              </p:cNvPr>
              <p:cNvSpPr txBox="1"/>
              <p:nvPr/>
            </p:nvSpPr>
            <p:spPr>
              <a:xfrm>
                <a:off x="571605" y="3477360"/>
                <a:ext cx="1568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直径圆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𝔹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7F48403-C5C6-91A6-FDB3-74E1D4A7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05" y="3477360"/>
                <a:ext cx="1568752" cy="738664"/>
              </a:xfrm>
              <a:prstGeom prst="rect">
                <a:avLst/>
              </a:prstGeom>
              <a:blipFill>
                <a:blip r:embed="rId7"/>
                <a:stretch>
                  <a:fillRect t="-12295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C1BF6A1-2C8E-F929-DE89-103A214D126D}"/>
                  </a:ext>
                </a:extLst>
              </p:cNvPr>
              <p:cNvSpPr txBox="1"/>
              <p:nvPr/>
            </p:nvSpPr>
            <p:spPr>
              <a:xfrm>
                <a:off x="798432" y="6135756"/>
                <a:ext cx="4516236" cy="431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圆心位于支撑点凸包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sub>
                    </m:sSub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conv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𝒮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C1BF6A1-2C8E-F929-DE89-103A214D1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32" y="6135756"/>
                <a:ext cx="4516236" cy="431337"/>
              </a:xfrm>
              <a:prstGeom prst="rect">
                <a:avLst/>
              </a:prstGeom>
              <a:blipFill>
                <a:blip r:embed="rId8"/>
                <a:stretch>
                  <a:fillRect l="-4184" t="-2285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不完整圆 54">
            <a:extLst>
              <a:ext uri="{FF2B5EF4-FFF2-40B4-BE49-F238E27FC236}">
                <a16:creationId xmlns:a16="http://schemas.microsoft.com/office/drawing/2014/main" id="{449AF8E9-657E-3152-6144-CF72D0128988}"/>
              </a:ext>
            </a:extLst>
          </p:cNvPr>
          <p:cNvSpPr/>
          <p:nvPr/>
        </p:nvSpPr>
        <p:spPr>
          <a:xfrm>
            <a:off x="2235180" y="3925082"/>
            <a:ext cx="1525614" cy="1531099"/>
          </a:xfrm>
          <a:prstGeom prst="pie">
            <a:avLst>
              <a:gd name="adj1" fmla="val 12027522"/>
              <a:gd name="adj2" fmla="val 10297899"/>
            </a:avLst>
          </a:prstGeom>
          <a:gradFill>
            <a:gsLst>
              <a:gs pos="56000">
                <a:srgbClr val="F1F1F1"/>
              </a:gs>
              <a:gs pos="2128">
                <a:schemeClr val="bg1">
                  <a:alpha val="31000"/>
                </a:schemeClr>
              </a:gs>
              <a:gs pos="100000">
                <a:schemeClr val="bg2">
                  <a:lumMod val="90000"/>
                </a:schemeClr>
              </a:gs>
            </a:gsLst>
            <a:lin ang="21000000" scaled="0"/>
          </a:gra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0A8F059-3177-CD74-8748-F31F07E98A05}"/>
              </a:ext>
            </a:extLst>
          </p:cNvPr>
          <p:cNvSpPr txBox="1"/>
          <p:nvPr/>
        </p:nvSpPr>
        <p:spPr>
          <a:xfrm>
            <a:off x="3216421" y="217174"/>
            <a:ext cx="54522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最小覆盖圆失效反例示意图</a:t>
            </a:r>
          </a:p>
        </p:txBody>
      </p:sp>
    </p:spTree>
    <p:extLst>
      <p:ext uri="{BB962C8B-B14F-4D97-AF65-F5344CB8AC3E}">
        <p14:creationId xmlns:p14="http://schemas.microsoft.com/office/powerpoint/2010/main" val="200278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弧形 45">
            <a:extLst>
              <a:ext uri="{FF2B5EF4-FFF2-40B4-BE49-F238E27FC236}">
                <a16:creationId xmlns:a16="http://schemas.microsoft.com/office/drawing/2014/main" id="{3B6CDE47-E2D2-44A8-754E-25117DAD1FA2}"/>
              </a:ext>
            </a:extLst>
          </p:cNvPr>
          <p:cNvSpPr>
            <a:spLocks noChangeAspect="1"/>
          </p:cNvSpPr>
          <p:nvPr/>
        </p:nvSpPr>
        <p:spPr>
          <a:xfrm>
            <a:off x="5293423" y="369000"/>
            <a:ext cx="6120000" cy="6120000"/>
          </a:xfrm>
          <a:prstGeom prst="arc">
            <a:avLst>
              <a:gd name="adj1" fmla="val 13808535"/>
              <a:gd name="adj2" fmla="val 15210044"/>
            </a:avLst>
          </a:prstGeom>
          <a:solidFill>
            <a:srgbClr val="FFFFFF"/>
          </a:solidFill>
          <a:ln w="19050">
            <a:gradFill>
              <a:gsLst>
                <a:gs pos="100000">
                  <a:srgbClr val="266AA9"/>
                </a:gs>
                <a:gs pos="65000">
                  <a:srgbClr val="3F7BB3"/>
                </a:gs>
                <a:gs pos="0">
                  <a:srgbClr val="FFFFFF"/>
                </a:gs>
              </a:gsLst>
              <a:lin ang="0" scaled="0"/>
            </a:gradFill>
            <a:prstDash val="dash"/>
            <a:extLst>
              <a:ext uri="{C807C97D-BFC1-408E-A445-0C87EB9F89A2}">
                <ask:lineSketchStyleProps xmlns:ask="http://schemas.microsoft.com/office/drawing/2018/sketchyshapes" sd="1617256088">
                  <a:custGeom>
                    <a:avLst/>
                    <a:gdLst>
                      <a:gd name="csX0" fmla="*/ 0 w 6120000"/>
                      <a:gd name="csY0" fmla="*/ 3060000 h 6120000"/>
                      <a:gd name="csX1" fmla="*/ 3060000 w 6120000"/>
                      <a:gd name="csY1" fmla="*/ 0 h 6120000"/>
                      <a:gd name="csX2" fmla="*/ 6120000 w 6120000"/>
                      <a:gd name="csY2" fmla="*/ 3060000 h 6120000"/>
                      <a:gd name="csX3" fmla="*/ 3060000 w 6120000"/>
                      <a:gd name="csY3" fmla="*/ 6120000 h 6120000"/>
                      <a:gd name="csX4" fmla="*/ 0 w 6120000"/>
                      <a:gd name="csY4" fmla="*/ 3060000 h 6120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120000" h="6120000" fill="none" extrusionOk="0">
                        <a:moveTo>
                          <a:pt x="0" y="3060000"/>
                        </a:moveTo>
                        <a:cubicBezTo>
                          <a:pt x="-212086" y="1283119"/>
                          <a:pt x="1339177" y="55714"/>
                          <a:pt x="3060000" y="0"/>
                        </a:cubicBezTo>
                        <a:cubicBezTo>
                          <a:pt x="4826556" y="87917"/>
                          <a:pt x="6411452" y="1667953"/>
                          <a:pt x="6120000" y="3060000"/>
                        </a:cubicBezTo>
                        <a:cubicBezTo>
                          <a:pt x="6037680" y="4724764"/>
                          <a:pt x="4902879" y="6296563"/>
                          <a:pt x="3060000" y="6120000"/>
                        </a:cubicBezTo>
                        <a:cubicBezTo>
                          <a:pt x="1164008" y="6398517"/>
                          <a:pt x="-69365" y="4686366"/>
                          <a:pt x="0" y="3060000"/>
                        </a:cubicBezTo>
                        <a:close/>
                      </a:path>
                      <a:path w="6120000" h="6120000" stroke="0" extrusionOk="0">
                        <a:moveTo>
                          <a:pt x="0" y="3060000"/>
                        </a:moveTo>
                        <a:cubicBezTo>
                          <a:pt x="138181" y="1166628"/>
                          <a:pt x="1595500" y="353442"/>
                          <a:pt x="3060000" y="0"/>
                        </a:cubicBezTo>
                        <a:cubicBezTo>
                          <a:pt x="4679380" y="-196549"/>
                          <a:pt x="6335077" y="1498657"/>
                          <a:pt x="6120000" y="3060000"/>
                        </a:cubicBezTo>
                        <a:cubicBezTo>
                          <a:pt x="6115784" y="4703986"/>
                          <a:pt x="4366924" y="6292537"/>
                          <a:pt x="3060000" y="6120000"/>
                        </a:cubicBezTo>
                        <a:cubicBezTo>
                          <a:pt x="1330572" y="5930794"/>
                          <a:pt x="137375" y="4948088"/>
                          <a:pt x="0" y="3060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051FAF1-53F2-2588-4331-1D9FBFA5CBA3}"/>
              </a:ext>
            </a:extLst>
          </p:cNvPr>
          <p:cNvGrpSpPr/>
          <p:nvPr/>
        </p:nvGrpSpPr>
        <p:grpSpPr>
          <a:xfrm>
            <a:off x="1013821" y="484570"/>
            <a:ext cx="10127980" cy="6120000"/>
            <a:chOff x="2602230" y="369000"/>
            <a:chExt cx="10127980" cy="6120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E24A7BE-34FF-D541-F7EB-06C004E17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30210" y="729000"/>
              <a:ext cx="5400000" cy="5400000"/>
            </a:xfrm>
            <a:prstGeom prst="ellipse">
              <a:avLst/>
            </a:prstGeom>
            <a:gradFill flip="none" rotWithShape="0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EF8F67">
                    <a:alpha val="59000"/>
                  </a:srgbClr>
                </a:gs>
              </a:gsLst>
              <a:lin ang="0" scaled="0"/>
              <a:tileRect/>
            </a:gradFill>
            <a:ln w="19050">
              <a:gradFill>
                <a:gsLst>
                  <a:gs pos="0">
                    <a:srgbClr val="266AA9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extLst>
                <a:ext uri="{C807C97D-BFC1-408E-A445-0C87EB9F89A2}">
                  <ask:lineSketchStyleProps xmlns:ask="http://schemas.microsoft.com/office/drawing/2018/sketchyshapes" sd="3978248048">
                    <a:custGeom>
                      <a:avLst/>
                      <a:gdLst>
                        <a:gd name="csX0" fmla="*/ 0 w 5400000"/>
                        <a:gd name="csY0" fmla="*/ 2700000 h 5400000"/>
                        <a:gd name="csX1" fmla="*/ 2700000 w 5400000"/>
                        <a:gd name="csY1" fmla="*/ 0 h 5400000"/>
                        <a:gd name="csX2" fmla="*/ 5400000 w 5400000"/>
                        <a:gd name="csY2" fmla="*/ 2700000 h 5400000"/>
                        <a:gd name="csX3" fmla="*/ 2700000 w 5400000"/>
                        <a:gd name="csY3" fmla="*/ 5400000 h 5400000"/>
                        <a:gd name="csX4" fmla="*/ 0 w 5400000"/>
                        <a:gd name="csY4" fmla="*/ 2700000 h 54000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5400000" h="5400000" fill="none" extrusionOk="0">
                          <a:moveTo>
                            <a:pt x="0" y="2700000"/>
                          </a:moveTo>
                          <a:cubicBezTo>
                            <a:pt x="50957" y="1251416"/>
                            <a:pt x="993489" y="-270049"/>
                            <a:pt x="2700000" y="0"/>
                          </a:cubicBezTo>
                          <a:cubicBezTo>
                            <a:pt x="4122887" y="4287"/>
                            <a:pt x="5310086" y="1572182"/>
                            <a:pt x="5400000" y="2700000"/>
                          </a:cubicBezTo>
                          <a:cubicBezTo>
                            <a:pt x="5401363" y="3785118"/>
                            <a:pt x="3880474" y="5506326"/>
                            <a:pt x="2700000" y="5400000"/>
                          </a:cubicBezTo>
                          <a:cubicBezTo>
                            <a:pt x="990115" y="5117007"/>
                            <a:pt x="235160" y="4059276"/>
                            <a:pt x="0" y="2700000"/>
                          </a:cubicBezTo>
                          <a:close/>
                        </a:path>
                        <a:path w="5400000" h="5400000" stroke="0" extrusionOk="0">
                          <a:moveTo>
                            <a:pt x="0" y="2700000"/>
                          </a:moveTo>
                          <a:cubicBezTo>
                            <a:pt x="-67038" y="1085211"/>
                            <a:pt x="1294718" y="-38302"/>
                            <a:pt x="2700000" y="0"/>
                          </a:cubicBezTo>
                          <a:cubicBezTo>
                            <a:pt x="4377371" y="394737"/>
                            <a:pt x="5057803" y="1368376"/>
                            <a:pt x="5400000" y="2700000"/>
                          </a:cubicBezTo>
                          <a:cubicBezTo>
                            <a:pt x="5267041" y="4075791"/>
                            <a:pt x="4538379" y="5270955"/>
                            <a:pt x="2700000" y="5400000"/>
                          </a:cubicBezTo>
                          <a:cubicBezTo>
                            <a:pt x="1016090" y="5199115"/>
                            <a:pt x="308298" y="4424783"/>
                            <a:pt x="0" y="270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B635F6A-3262-6BC8-225E-E663ED2711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02230" y="369000"/>
              <a:ext cx="6120000" cy="6120000"/>
            </a:xfrm>
            <a:prstGeom prst="ellipse">
              <a:avLst/>
            </a:prstGeom>
            <a:gradFill flip="none" rotWithShape="0">
              <a:gsLst>
                <a:gs pos="0">
                  <a:schemeClr val="accent1">
                    <a:lumMod val="5000"/>
                    <a:lumOff val="95000"/>
                    <a:alpha val="15000"/>
                  </a:schemeClr>
                </a:gs>
                <a:gs pos="100000">
                  <a:srgbClr val="EF8F67">
                    <a:alpha val="40000"/>
                  </a:srgbClr>
                </a:gs>
              </a:gsLst>
              <a:lin ang="0" scaled="0"/>
              <a:tileRect/>
            </a:gradFill>
            <a:ln w="19050">
              <a:gradFill>
                <a:gsLst>
                  <a:gs pos="100000">
                    <a:srgbClr val="266AA9"/>
                  </a:gs>
                  <a:gs pos="0">
                    <a:srgbClr val="FFFFFF">
                      <a:alpha val="0"/>
                    </a:srgbClr>
                  </a:gs>
                </a:gsLst>
                <a:lin ang="0" scaled="0"/>
              </a:gradFill>
              <a:extLst>
                <a:ext uri="{C807C97D-BFC1-408E-A445-0C87EB9F89A2}">
                  <ask:lineSketchStyleProps xmlns:ask="http://schemas.microsoft.com/office/drawing/2018/sketchyshapes" sd="1617256088">
                    <a:custGeom>
                      <a:avLst/>
                      <a:gdLst>
                        <a:gd name="csX0" fmla="*/ 0 w 6120000"/>
                        <a:gd name="csY0" fmla="*/ 3060000 h 6120000"/>
                        <a:gd name="csX1" fmla="*/ 3060000 w 6120000"/>
                        <a:gd name="csY1" fmla="*/ 0 h 6120000"/>
                        <a:gd name="csX2" fmla="*/ 6120000 w 6120000"/>
                        <a:gd name="csY2" fmla="*/ 3060000 h 6120000"/>
                        <a:gd name="csX3" fmla="*/ 3060000 w 6120000"/>
                        <a:gd name="csY3" fmla="*/ 6120000 h 6120000"/>
                        <a:gd name="csX4" fmla="*/ 0 w 6120000"/>
                        <a:gd name="csY4" fmla="*/ 3060000 h 61200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120000" h="6120000" fill="none" extrusionOk="0">
                          <a:moveTo>
                            <a:pt x="0" y="3060000"/>
                          </a:moveTo>
                          <a:cubicBezTo>
                            <a:pt x="-212086" y="1283119"/>
                            <a:pt x="1339177" y="55714"/>
                            <a:pt x="3060000" y="0"/>
                          </a:cubicBezTo>
                          <a:cubicBezTo>
                            <a:pt x="4826556" y="87917"/>
                            <a:pt x="6411452" y="1667953"/>
                            <a:pt x="6120000" y="3060000"/>
                          </a:cubicBezTo>
                          <a:cubicBezTo>
                            <a:pt x="6037680" y="4724764"/>
                            <a:pt x="4902879" y="6296563"/>
                            <a:pt x="3060000" y="6120000"/>
                          </a:cubicBezTo>
                          <a:cubicBezTo>
                            <a:pt x="1164008" y="6398517"/>
                            <a:pt x="-69365" y="4686366"/>
                            <a:pt x="0" y="3060000"/>
                          </a:cubicBezTo>
                          <a:close/>
                        </a:path>
                        <a:path w="6120000" h="6120000" stroke="0" extrusionOk="0">
                          <a:moveTo>
                            <a:pt x="0" y="3060000"/>
                          </a:moveTo>
                          <a:cubicBezTo>
                            <a:pt x="138181" y="1166628"/>
                            <a:pt x="1595500" y="353442"/>
                            <a:pt x="3060000" y="0"/>
                          </a:cubicBezTo>
                          <a:cubicBezTo>
                            <a:pt x="4679380" y="-196549"/>
                            <a:pt x="6335077" y="1498657"/>
                            <a:pt x="6120000" y="3060000"/>
                          </a:cubicBezTo>
                          <a:cubicBezTo>
                            <a:pt x="6115784" y="4703986"/>
                            <a:pt x="4366924" y="6292537"/>
                            <a:pt x="3060000" y="6120000"/>
                          </a:cubicBezTo>
                          <a:cubicBezTo>
                            <a:pt x="1330572" y="5930794"/>
                            <a:pt x="137375" y="4948088"/>
                            <a:pt x="0" y="306000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68B7A4C6-F438-E604-09D7-56702A907E49}"/>
              </a:ext>
            </a:extLst>
          </p:cNvPr>
          <p:cNvSpPr>
            <a:spLocks noChangeAspect="1"/>
          </p:cNvSpPr>
          <p:nvPr/>
        </p:nvSpPr>
        <p:spPr>
          <a:xfrm>
            <a:off x="4058031" y="3490570"/>
            <a:ext cx="108000" cy="108000"/>
          </a:xfrm>
          <a:prstGeom prst="ellipse">
            <a:avLst/>
          </a:prstGeom>
          <a:solidFill>
            <a:srgbClr val="AD1D2E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16BD1A5-A881-F834-3170-8250DA1DCA91}"/>
              </a:ext>
            </a:extLst>
          </p:cNvPr>
          <p:cNvCxnSpPr>
            <a:cxnSpLocks/>
          </p:cNvCxnSpPr>
          <p:nvPr/>
        </p:nvCxnSpPr>
        <p:spPr>
          <a:xfrm>
            <a:off x="4101711" y="3997295"/>
            <a:ext cx="4255478" cy="0"/>
          </a:xfrm>
          <a:prstGeom prst="line">
            <a:avLst/>
          </a:prstGeom>
          <a:ln w="15875">
            <a:solidFill>
              <a:schemeClr val="dk1"/>
            </a:solidFill>
            <a:prstDash val="solid"/>
            <a:headEnd type="stealth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F14F50EF-1560-1DAB-1A38-CEE61C85C0FF}"/>
              </a:ext>
            </a:extLst>
          </p:cNvPr>
          <p:cNvSpPr>
            <a:spLocks noChangeAspect="1"/>
          </p:cNvSpPr>
          <p:nvPr/>
        </p:nvSpPr>
        <p:spPr>
          <a:xfrm>
            <a:off x="5741801" y="1677447"/>
            <a:ext cx="1392020" cy="3734246"/>
          </a:xfrm>
          <a:custGeom>
            <a:avLst/>
            <a:gdLst>
              <a:gd name="csX0" fmla="*/ 752580 w 1392020"/>
              <a:gd name="csY0" fmla="*/ 0 h 3734246"/>
              <a:gd name="csX1" fmla="*/ 869420 w 1392020"/>
              <a:gd name="csY1" fmla="*/ 156248 h 3734246"/>
              <a:gd name="csX2" fmla="*/ 1392020 w 1392020"/>
              <a:gd name="csY2" fmla="*/ 1867123 h 3734246"/>
              <a:gd name="csX3" fmla="*/ 869420 w 1392020"/>
              <a:gd name="csY3" fmla="*/ 3577998 h 3734246"/>
              <a:gd name="csX4" fmla="*/ 752580 w 1392020"/>
              <a:gd name="csY4" fmla="*/ 3734246 h 3734246"/>
              <a:gd name="csX5" fmla="*/ 616549 w 1392020"/>
              <a:gd name="csY5" fmla="*/ 3584574 h 3734246"/>
              <a:gd name="csX6" fmla="*/ 0 w 1392020"/>
              <a:gd name="csY6" fmla="*/ 1867123 h 3734246"/>
              <a:gd name="csX7" fmla="*/ 616549 w 1392020"/>
              <a:gd name="csY7" fmla="*/ 149672 h 3734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92020" h="3734246">
                <a:moveTo>
                  <a:pt x="752580" y="0"/>
                </a:moveTo>
                <a:lnTo>
                  <a:pt x="869420" y="156248"/>
                </a:lnTo>
                <a:cubicBezTo>
                  <a:pt x="1199362" y="644627"/>
                  <a:pt x="1392020" y="1233377"/>
                  <a:pt x="1392020" y="1867123"/>
                </a:cubicBezTo>
                <a:cubicBezTo>
                  <a:pt x="1392020" y="2500870"/>
                  <a:pt x="1199362" y="3089619"/>
                  <a:pt x="869420" y="3577998"/>
                </a:cubicBezTo>
                <a:lnTo>
                  <a:pt x="752580" y="3734246"/>
                </a:lnTo>
                <a:lnTo>
                  <a:pt x="616549" y="3584574"/>
                </a:lnTo>
                <a:cubicBezTo>
                  <a:pt x="231378" y="3117855"/>
                  <a:pt x="0" y="2519510"/>
                  <a:pt x="0" y="1867123"/>
                </a:cubicBezTo>
                <a:cubicBezTo>
                  <a:pt x="0" y="1214737"/>
                  <a:pt x="231378" y="616392"/>
                  <a:pt x="616549" y="149672"/>
                </a:cubicBezTo>
                <a:close/>
              </a:path>
            </a:pathLst>
          </a:custGeom>
          <a:solidFill>
            <a:srgbClr val="EF8F67">
              <a:alpha val="26000"/>
            </a:srgbClr>
          </a:solidFill>
          <a:ln w="73025">
            <a:gradFill>
              <a:gsLst>
                <a:gs pos="53000">
                  <a:schemeClr val="accent1">
                    <a:lumMod val="5000"/>
                    <a:lumOff val="95000"/>
                    <a:alpha val="15000"/>
                  </a:schemeClr>
                </a:gs>
                <a:gs pos="0">
                  <a:srgbClr val="AD1D2E"/>
                </a:gs>
                <a:gs pos="100000">
                  <a:srgbClr val="AD1D2E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不完整圆 10">
            <a:extLst>
              <a:ext uri="{FF2B5EF4-FFF2-40B4-BE49-F238E27FC236}">
                <a16:creationId xmlns:a16="http://schemas.microsoft.com/office/drawing/2014/main" id="{2C649FAD-645D-8D1D-3208-089AFB2482D9}"/>
              </a:ext>
            </a:extLst>
          </p:cNvPr>
          <p:cNvSpPr>
            <a:spLocks noChangeAspect="1"/>
          </p:cNvSpPr>
          <p:nvPr/>
        </p:nvSpPr>
        <p:spPr>
          <a:xfrm>
            <a:off x="-243712" y="-775430"/>
            <a:ext cx="8603487" cy="8640000"/>
          </a:xfrm>
          <a:prstGeom prst="pie">
            <a:avLst>
              <a:gd name="adj1" fmla="val 21523667"/>
              <a:gd name="adj2" fmla="val 62368"/>
            </a:avLst>
          </a:prstGeom>
          <a:gradFill flip="none" rotWithShape="0">
            <a:gsLst>
              <a:gs pos="100000">
                <a:schemeClr val="accent1">
                  <a:lumMod val="0"/>
                  <a:lumOff val="100000"/>
                </a:schemeClr>
              </a:gs>
              <a:gs pos="39000">
                <a:srgbClr val="77A2C9"/>
              </a:gs>
              <a:gs pos="0">
                <a:srgbClr val="266AA9"/>
              </a:gs>
            </a:gsLst>
            <a:lin ang="0" scaled="0"/>
            <a:tileRect/>
          </a:gradFill>
          <a:ln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rgbClr val="7B7E81">
                    <a:alpha val="0"/>
                  </a:srgbClr>
                </a:gs>
                <a:gs pos="100000">
                  <a:srgbClr val="266AA9">
                    <a:alpha val="2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132142-19D7-929E-B586-5AB7AC59438B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4150215" y="1163320"/>
            <a:ext cx="1774335" cy="2343066"/>
          </a:xfrm>
          <a:prstGeom prst="line">
            <a:avLst/>
          </a:prstGeom>
          <a:ln w="15875">
            <a:solidFill>
              <a:schemeClr val="dk1"/>
            </a:solidFill>
            <a:prstDash val="solid"/>
            <a:headEnd type="none" w="sm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C139402-81D4-EB95-90AE-C6C9420638B8}"/>
              </a:ext>
            </a:extLst>
          </p:cNvPr>
          <p:cNvCxnSpPr>
            <a:cxnSpLocks/>
          </p:cNvCxnSpPr>
          <p:nvPr/>
        </p:nvCxnSpPr>
        <p:spPr>
          <a:xfrm flipV="1">
            <a:off x="8353423" y="3617622"/>
            <a:ext cx="0" cy="487680"/>
          </a:xfrm>
          <a:prstGeom prst="line">
            <a:avLst/>
          </a:prstGeom>
          <a:ln w="6350">
            <a:solidFill>
              <a:schemeClr val="dk1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D91BFE7-C598-6EDD-E8BC-0A2FED378027}"/>
              </a:ext>
            </a:extLst>
          </p:cNvPr>
          <p:cNvCxnSpPr>
            <a:cxnSpLocks/>
          </p:cNvCxnSpPr>
          <p:nvPr/>
        </p:nvCxnSpPr>
        <p:spPr>
          <a:xfrm flipV="1">
            <a:off x="4109649" y="3602032"/>
            <a:ext cx="0" cy="487680"/>
          </a:xfrm>
          <a:prstGeom prst="line">
            <a:avLst/>
          </a:prstGeom>
          <a:ln w="6350">
            <a:solidFill>
              <a:schemeClr val="dk1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22343F0-DA38-5757-47C9-E850A5D50245}"/>
              </a:ext>
            </a:extLst>
          </p:cNvPr>
          <p:cNvCxnSpPr>
            <a:cxnSpLocks/>
          </p:cNvCxnSpPr>
          <p:nvPr/>
        </p:nvCxnSpPr>
        <p:spPr>
          <a:xfrm flipH="1" flipV="1">
            <a:off x="6925921" y="844570"/>
            <a:ext cx="1424329" cy="2593606"/>
          </a:xfrm>
          <a:prstGeom prst="line">
            <a:avLst/>
          </a:prstGeom>
          <a:ln w="15875">
            <a:solidFill>
              <a:schemeClr val="dk1"/>
            </a:solidFill>
            <a:prstDash val="solid"/>
            <a:headEnd type="none" w="sm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53D0B74-3914-5BF2-9A7B-49B13A8AD558}"/>
                  </a:ext>
                </a:extLst>
              </p:cNvPr>
              <p:cNvSpPr txBox="1"/>
              <p:nvPr/>
            </p:nvSpPr>
            <p:spPr>
              <a:xfrm>
                <a:off x="3618097" y="4945195"/>
                <a:ext cx="186526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b="0" dirty="0"/>
                  <a:t>  </a:t>
                </a:r>
                <a:r>
                  <a:rPr lang="zh-CN" altLang="en-US" sz="2400" b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候选区域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53D0B74-3914-5BF2-9A7B-49B13A8AD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097" y="4945195"/>
                <a:ext cx="1865269" cy="369332"/>
              </a:xfrm>
              <a:prstGeom prst="rect">
                <a:avLst/>
              </a:prstGeom>
              <a:blipFill>
                <a:blip r:embed="rId2"/>
                <a:stretch>
                  <a:fillRect l="-980" t="-31148" b="-42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D2B85B5-D54A-0834-E3C3-4AA5CEFFD4B7}"/>
                  </a:ext>
                </a:extLst>
              </p:cNvPr>
              <p:cNvSpPr txBox="1"/>
              <p:nvPr/>
            </p:nvSpPr>
            <p:spPr>
              <a:xfrm>
                <a:off x="3253681" y="1093288"/>
                <a:ext cx="1627575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搜索域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约束距离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D2B85B5-D54A-0834-E3C3-4AA5CEFFD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681" y="1093288"/>
                <a:ext cx="1627575" cy="738664"/>
              </a:xfrm>
              <a:prstGeom prst="rect">
                <a:avLst/>
              </a:prstGeom>
              <a:blipFill>
                <a:blip r:embed="rId3"/>
                <a:stretch>
                  <a:fillRect l="-11610" t="-12295" r="-3371" b="-20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8E19775-E7D3-854B-6DEF-AB92A9FD9C1F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7888514" y="922116"/>
            <a:ext cx="471261" cy="2622454"/>
          </a:xfrm>
          <a:prstGeom prst="line">
            <a:avLst/>
          </a:prstGeom>
          <a:ln w="15875">
            <a:solidFill>
              <a:schemeClr val="dk1"/>
            </a:solidFill>
            <a:prstDash val="solid"/>
            <a:headEnd type="none" w="sm" len="med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7D9DEA7-FADE-BDD8-5D86-37ED149B3E7E}"/>
                  </a:ext>
                </a:extLst>
              </p:cNvPr>
              <p:cNvSpPr txBox="1"/>
              <p:nvPr/>
            </p:nvSpPr>
            <p:spPr>
              <a:xfrm>
                <a:off x="5966102" y="2349744"/>
                <a:ext cx="118800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𝑟𝑒𝑐𝑣</m:t>
                          </m:r>
                        </m:sub>
                      </m:sSub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7D9DEA7-FADE-BDD8-5D86-37ED149B3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102" y="2349744"/>
                <a:ext cx="1188002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星形: 五角 68">
            <a:extLst>
              <a:ext uri="{FF2B5EF4-FFF2-40B4-BE49-F238E27FC236}">
                <a16:creationId xmlns:a16="http://schemas.microsoft.com/office/drawing/2014/main" id="{5A68C087-02A8-04DD-289A-4AE29CC2427C}"/>
              </a:ext>
            </a:extLst>
          </p:cNvPr>
          <p:cNvSpPr>
            <a:spLocks noChangeAspect="1"/>
          </p:cNvSpPr>
          <p:nvPr/>
        </p:nvSpPr>
        <p:spPr>
          <a:xfrm>
            <a:off x="6135155" y="3125203"/>
            <a:ext cx="180000" cy="180000"/>
          </a:xfrm>
          <a:prstGeom prst="star5">
            <a:avLst/>
          </a:prstGeom>
          <a:solidFill>
            <a:srgbClr val="AD1D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5930D3-AF57-A08E-7763-A506F2399CB7}"/>
                  </a:ext>
                </a:extLst>
              </p:cNvPr>
              <p:cNvSpPr txBox="1"/>
              <p:nvPr/>
            </p:nvSpPr>
            <p:spPr>
              <a:xfrm rot="18473302">
                <a:off x="4315687" y="2115015"/>
                <a:ext cx="120539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000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D5930D3-AF57-A08E-7763-A506F2399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473302">
                <a:off x="4315687" y="2115015"/>
                <a:ext cx="120539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A526E58-C855-DB16-AB56-48C320213396}"/>
                  </a:ext>
                </a:extLst>
              </p:cNvPr>
              <p:cNvSpPr txBox="1"/>
              <p:nvPr/>
            </p:nvSpPr>
            <p:spPr>
              <a:xfrm rot="3727647">
                <a:off x="7099999" y="1784573"/>
                <a:ext cx="120539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000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A526E58-C855-DB16-AB56-48C320213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7647">
                <a:off x="7099999" y="1784573"/>
                <a:ext cx="120539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C0D871-445E-EA09-3A0D-5125C4D27094}"/>
                  </a:ext>
                </a:extLst>
              </p:cNvPr>
              <p:cNvSpPr txBox="1"/>
              <p:nvPr/>
            </p:nvSpPr>
            <p:spPr>
              <a:xfrm>
                <a:off x="3780306" y="3367886"/>
                <a:ext cx="2544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C0D871-445E-EA09-3A0D-5125C4D27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06" y="3367886"/>
                <a:ext cx="254493" cy="369332"/>
              </a:xfrm>
              <a:prstGeom prst="rect">
                <a:avLst/>
              </a:prstGeom>
              <a:blipFill>
                <a:blip r:embed="rId7"/>
                <a:stretch>
                  <a:fillRect l="-23810" r="-21429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7A17829-A686-8341-FABE-9BF43DB73693}"/>
                  </a:ext>
                </a:extLst>
              </p:cNvPr>
              <p:cNvSpPr txBox="1"/>
              <p:nvPr/>
            </p:nvSpPr>
            <p:spPr>
              <a:xfrm>
                <a:off x="4650163" y="3716708"/>
                <a:ext cx="120539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500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7A17829-A686-8341-FABE-9BF43DB7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163" y="3716708"/>
                <a:ext cx="1205390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CC388AE-4668-7B42-3324-C848BE9B2FD9}"/>
                  </a:ext>
                </a:extLst>
              </p:cNvPr>
              <p:cNvSpPr txBox="1"/>
              <p:nvPr/>
            </p:nvSpPr>
            <p:spPr>
              <a:xfrm>
                <a:off x="6313317" y="3037529"/>
                <a:ext cx="2832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CC388AE-4668-7B42-3324-C848BE9B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317" y="3037529"/>
                <a:ext cx="283219" cy="369332"/>
              </a:xfrm>
              <a:prstGeom prst="rect">
                <a:avLst/>
              </a:prstGeom>
              <a:blipFill>
                <a:blip r:embed="rId9"/>
                <a:stretch>
                  <a:fillRect l="-23913" r="-19565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AD309AAA-9338-50D0-F921-9891086CA29B}"/>
                  </a:ext>
                </a:extLst>
              </p:cNvPr>
              <p:cNvSpPr txBox="1"/>
              <p:nvPr/>
            </p:nvSpPr>
            <p:spPr>
              <a:xfrm>
                <a:off x="7284894" y="4945195"/>
                <a:ext cx="186526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b="0" dirty="0"/>
                  <a:t>  </a:t>
                </a:r>
                <a:r>
                  <a:rPr lang="zh-CN" altLang="en-US" sz="2400" b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候选区域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AD309AAA-9338-50D0-F921-9891086CA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94" y="4945195"/>
                <a:ext cx="1865269" cy="369332"/>
              </a:xfrm>
              <a:prstGeom prst="rect">
                <a:avLst/>
              </a:prstGeom>
              <a:blipFill>
                <a:blip r:embed="rId10"/>
                <a:stretch>
                  <a:fillRect l="-654" t="-31148" b="-42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350C1E12-99D4-37D7-194C-12CD40A56668}"/>
                  </a:ext>
                </a:extLst>
              </p:cNvPr>
              <p:cNvSpPr txBox="1"/>
              <p:nvPr/>
            </p:nvSpPr>
            <p:spPr>
              <a:xfrm>
                <a:off x="8231191" y="1101349"/>
                <a:ext cx="1766553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上边界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约束距离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350C1E12-99D4-37D7-194C-12CD40A56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191" y="1101349"/>
                <a:ext cx="1766553" cy="738664"/>
              </a:xfrm>
              <a:prstGeom prst="rect">
                <a:avLst/>
              </a:prstGeom>
              <a:blipFill>
                <a:blip r:embed="rId11"/>
                <a:stretch>
                  <a:fillRect l="-10345" t="-13223" b="-20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35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D27C6A-8D8B-42F9-A092-BE0201BB0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635" y="0"/>
            <a:ext cx="6820930" cy="685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CABB496-F232-2A7E-8BAA-FB383C33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7444" y="0"/>
            <a:ext cx="6820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8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37488A-9D28-3618-8879-6671D1D62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5085" y="-22622"/>
            <a:ext cx="3119899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6BC5CE-03CA-0CF7-2352-E035159B8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475" y="-66675"/>
            <a:ext cx="449704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48010B-07AC-2901-96B3-A1B73F4C0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56540" y="805543"/>
            <a:ext cx="12192000" cy="49276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3B45C5-2859-32C6-62A0-3BDC8DEC4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47" t="28128" r="2066" b="57269"/>
          <a:stretch>
            <a:fillRect/>
          </a:stretch>
        </p:blipFill>
        <p:spPr>
          <a:xfrm>
            <a:off x="3718017" y="-2677886"/>
            <a:ext cx="7839607" cy="5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5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4D75EE-EB12-2896-3084-0FCE6E055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6" t="26620" r="2132" b="39863"/>
          <a:stretch>
            <a:fillRect/>
          </a:stretch>
        </p:blipFill>
        <p:spPr>
          <a:xfrm>
            <a:off x="-1914396" y="-155"/>
            <a:ext cx="5876796" cy="685815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6557F797-215F-58F2-5197-A88354F63B1B}"/>
              </a:ext>
            </a:extLst>
          </p:cNvPr>
          <p:cNvSpPr>
            <a:spLocks noChangeAspect="1"/>
          </p:cNvSpPr>
          <p:nvPr/>
        </p:nvSpPr>
        <p:spPr>
          <a:xfrm>
            <a:off x="4583793" y="840468"/>
            <a:ext cx="5400000" cy="54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790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3">
            <a:extLst>
              <a:ext uri="{FF2B5EF4-FFF2-40B4-BE49-F238E27FC236}">
                <a16:creationId xmlns:a16="http://schemas.microsoft.com/office/drawing/2014/main" id="{5366AB2A-7EC9-9E6C-2091-271034C88D61}"/>
              </a:ext>
            </a:extLst>
          </p:cNvPr>
          <p:cNvSpPr/>
          <p:nvPr/>
        </p:nvSpPr>
        <p:spPr>
          <a:xfrm rot="16200000" flipH="1">
            <a:off x="4127894" y="2801031"/>
            <a:ext cx="5715000" cy="1717674"/>
          </a:xfrm>
          <a:custGeom>
            <a:avLst/>
            <a:gdLst>
              <a:gd name="csX0" fmla="*/ 0 w 5715000"/>
              <a:gd name="csY0" fmla="*/ 749300 h 1717674"/>
              <a:gd name="csX1" fmla="*/ 1634671 w 5715000"/>
              <a:gd name="csY1" fmla="*/ 906 h 1717674"/>
              <a:gd name="csX2" fmla="*/ 5715000 w 5715000"/>
              <a:gd name="csY2" fmla="*/ 0 h 1717674"/>
              <a:gd name="csX3" fmla="*/ 5715000 w 5715000"/>
              <a:gd name="csY3" fmla="*/ 1717674 h 1717674"/>
              <a:gd name="csX4" fmla="*/ 660400 w 5715000"/>
              <a:gd name="csY4" fmla="*/ 1574799 h 1717674"/>
              <a:gd name="csX5" fmla="*/ 355600 w 5715000"/>
              <a:gd name="csY5" fmla="*/ 1181099 h 1717674"/>
              <a:gd name="csX6" fmla="*/ 0 w 5715000"/>
              <a:gd name="csY6" fmla="*/ 749300 h 1717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15000" h="1717674">
                <a:moveTo>
                  <a:pt x="0" y="749300"/>
                </a:moveTo>
                <a:lnTo>
                  <a:pt x="1634671" y="906"/>
                </a:lnTo>
                <a:lnTo>
                  <a:pt x="5715000" y="0"/>
                </a:lnTo>
                <a:lnTo>
                  <a:pt x="5715000" y="1717674"/>
                </a:lnTo>
                <a:lnTo>
                  <a:pt x="660400" y="1574799"/>
                </a:lnTo>
                <a:lnTo>
                  <a:pt x="355600" y="1181099"/>
                </a:lnTo>
                <a:lnTo>
                  <a:pt x="0" y="749300"/>
                </a:lnTo>
                <a:close/>
              </a:path>
            </a:pathLst>
          </a:custGeom>
          <a:gradFill flip="none" rotWithShape="0">
            <a:gsLst>
              <a:gs pos="0">
                <a:srgbClr val="B01A2E">
                  <a:alpha val="70000"/>
                </a:srgbClr>
              </a:gs>
              <a:gs pos="51600">
                <a:srgbClr val="D9909A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3C7919A-45D4-F1E5-345E-2DE0E7E076EE}"/>
              </a:ext>
            </a:extLst>
          </p:cNvPr>
          <p:cNvCxnSpPr>
            <a:cxnSpLocks/>
            <a:stCxn id="8" idx="2"/>
          </p:cNvCxnSpPr>
          <p:nvPr/>
        </p:nvCxnSpPr>
        <p:spPr>
          <a:xfrm flipV="1">
            <a:off x="3796106" y="3389993"/>
            <a:ext cx="2350293" cy="131762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5B734B9-A7B4-6D3B-1AFB-BB3A2E4D0AF4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6875857" y="802368"/>
            <a:ext cx="50717" cy="2517775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819F161-301E-A7DA-3561-DB5BD12FFA57}"/>
              </a:ext>
            </a:extLst>
          </p:cNvPr>
          <p:cNvSpPr/>
          <p:nvPr/>
        </p:nvSpPr>
        <p:spPr>
          <a:xfrm>
            <a:off x="3796106" y="338818"/>
            <a:ext cx="5686425" cy="4368800"/>
          </a:xfrm>
          <a:custGeom>
            <a:avLst/>
            <a:gdLst>
              <a:gd name="csX0" fmla="*/ 396875 w 5686425"/>
              <a:gd name="csY0" fmla="*/ 3314700 h 4368800"/>
              <a:gd name="csX1" fmla="*/ 228600 w 5686425"/>
              <a:gd name="csY1" fmla="*/ 3787775 h 4368800"/>
              <a:gd name="csX2" fmla="*/ 0 w 5686425"/>
              <a:gd name="csY2" fmla="*/ 4368800 h 4368800"/>
              <a:gd name="csX3" fmla="*/ 1928813 w 5686425"/>
              <a:gd name="csY3" fmla="*/ 4174331 h 4368800"/>
              <a:gd name="csX4" fmla="*/ 5686425 w 5686425"/>
              <a:gd name="csY4" fmla="*/ 2082800 h 4368800"/>
              <a:gd name="csX5" fmla="*/ 5686425 w 5686425"/>
              <a:gd name="csY5" fmla="*/ 0 h 4368800"/>
              <a:gd name="csX6" fmla="*/ 396875 w 5686425"/>
              <a:gd name="csY6" fmla="*/ 3314700 h 436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6425" h="4368800">
                <a:moveTo>
                  <a:pt x="396875" y="3314700"/>
                </a:moveTo>
                <a:lnTo>
                  <a:pt x="228600" y="3787775"/>
                </a:lnTo>
                <a:lnTo>
                  <a:pt x="0" y="4368800"/>
                </a:lnTo>
                <a:lnTo>
                  <a:pt x="1928813" y="4174331"/>
                </a:lnTo>
                <a:lnTo>
                  <a:pt x="5686425" y="2082800"/>
                </a:lnTo>
                <a:lnTo>
                  <a:pt x="5686425" y="0"/>
                </a:lnTo>
                <a:lnTo>
                  <a:pt x="396875" y="3314700"/>
                </a:lnTo>
                <a:close/>
              </a:path>
            </a:pathLst>
          </a:custGeom>
          <a:gradFill flip="none" rotWithShape="0">
            <a:gsLst>
              <a:gs pos="0">
                <a:srgbClr val="266AA9">
                  <a:alpha val="70000"/>
                </a:srgbClr>
              </a:gs>
              <a:gs pos="49000">
                <a:srgbClr val="407CB3">
                  <a:alpha val="4000"/>
                </a:srgbClr>
              </a:gs>
              <a:gs pos="99000">
                <a:srgbClr val="FFFFFF">
                  <a:alpha val="0"/>
                </a:srgb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4DD9F80-C8DF-1B77-7878-F6ADEA1A4C6C}"/>
              </a:ext>
            </a:extLst>
          </p:cNvPr>
          <p:cNvSpPr/>
          <p:nvPr/>
        </p:nvSpPr>
        <p:spPr>
          <a:xfrm flipH="1">
            <a:off x="3724190" y="1358732"/>
            <a:ext cx="5334000" cy="4429052"/>
          </a:xfrm>
          <a:custGeom>
            <a:avLst/>
            <a:gdLst>
              <a:gd name="csX0" fmla="*/ 567690 w 5334000"/>
              <a:gd name="csY0" fmla="*/ 3481070 h 4429052"/>
              <a:gd name="csX1" fmla="*/ 0 w 5334000"/>
              <a:gd name="csY1" fmla="*/ 4222592 h 4429052"/>
              <a:gd name="csX2" fmla="*/ 1143000 w 5334000"/>
              <a:gd name="csY2" fmla="*/ 4429052 h 4429052"/>
              <a:gd name="csX3" fmla="*/ 5334000 w 5334000"/>
              <a:gd name="csY3" fmla="*/ 2082800 h 4429052"/>
              <a:gd name="csX4" fmla="*/ 5334000 w 5334000"/>
              <a:gd name="csY4" fmla="*/ 0 h 4429052"/>
              <a:gd name="csX5" fmla="*/ 1176337 w 5334000"/>
              <a:gd name="csY5" fmla="*/ 2585965 h 4429052"/>
              <a:gd name="csX6" fmla="*/ 567690 w 5334000"/>
              <a:gd name="csY6" fmla="*/ 3481070 h 4429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334000" h="4429052">
                <a:moveTo>
                  <a:pt x="567690" y="3481070"/>
                </a:moveTo>
                <a:lnTo>
                  <a:pt x="0" y="4222592"/>
                </a:lnTo>
                <a:lnTo>
                  <a:pt x="1143000" y="4429052"/>
                </a:lnTo>
                <a:lnTo>
                  <a:pt x="5334000" y="2082800"/>
                </a:lnTo>
                <a:lnTo>
                  <a:pt x="5334000" y="0"/>
                </a:lnTo>
                <a:lnTo>
                  <a:pt x="1176337" y="2585965"/>
                </a:lnTo>
                <a:lnTo>
                  <a:pt x="567690" y="3481070"/>
                </a:lnTo>
                <a:close/>
              </a:path>
            </a:pathLst>
          </a:custGeom>
          <a:gradFill flip="none" rotWithShape="0">
            <a:gsLst>
              <a:gs pos="0">
                <a:srgbClr val="EF8F67">
                  <a:alpha val="70000"/>
                </a:srgbClr>
              </a:gs>
              <a:gs pos="50000">
                <a:srgbClr val="F4B397">
                  <a:lumMod val="64000"/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13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D883AAA-62AD-8B3C-295F-92E5D0C992A9}"/>
              </a:ext>
            </a:extLst>
          </p:cNvPr>
          <p:cNvCxnSpPr>
            <a:cxnSpLocks/>
          </p:cNvCxnSpPr>
          <p:nvPr/>
        </p:nvCxnSpPr>
        <p:spPr>
          <a:xfrm>
            <a:off x="6433253" y="3952671"/>
            <a:ext cx="2600154" cy="1616599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4B10E82D-4139-E567-5CE5-4578C3F42555}"/>
              </a:ext>
            </a:extLst>
          </p:cNvPr>
          <p:cNvSpPr/>
          <p:nvPr/>
        </p:nvSpPr>
        <p:spPr>
          <a:xfrm>
            <a:off x="5701106" y="2723209"/>
            <a:ext cx="1679917" cy="1685959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6BB6B389-1067-F083-690B-B79574F8CD70}"/>
              </a:ext>
            </a:extLst>
          </p:cNvPr>
          <p:cNvSpPr/>
          <p:nvPr/>
        </p:nvSpPr>
        <p:spPr>
          <a:xfrm>
            <a:off x="6133273" y="2844688"/>
            <a:ext cx="1234709" cy="1439070"/>
          </a:xfrm>
          <a:custGeom>
            <a:avLst/>
            <a:gdLst>
              <a:gd name="csX0" fmla="*/ 5587 w 1234709"/>
              <a:gd name="csY0" fmla="*/ 0 h 1439070"/>
              <a:gd name="csX1" fmla="*/ 31 w 1234709"/>
              <a:gd name="csY1" fmla="*/ 1439070 h 1439070"/>
              <a:gd name="csX2" fmla="*/ 1234709 w 1234709"/>
              <a:gd name="csY2" fmla="*/ 755253 h 1439070"/>
              <a:gd name="csX3" fmla="*/ 5587 w 1234709"/>
              <a:gd name="csY3" fmla="*/ 0 h 1439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709" h="1439070">
                <a:moveTo>
                  <a:pt x="5587" y="0"/>
                </a:moveTo>
                <a:cubicBezTo>
                  <a:pt x="6116" y="490538"/>
                  <a:pt x="-498" y="948532"/>
                  <a:pt x="31" y="1439070"/>
                </a:cubicBezTo>
                <a:lnTo>
                  <a:pt x="1234709" y="755253"/>
                </a:lnTo>
                <a:lnTo>
                  <a:pt x="5587" y="0"/>
                </a:lnTo>
                <a:close/>
              </a:path>
            </a:pathLst>
          </a:custGeom>
          <a:solidFill>
            <a:srgbClr val="D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形 14" descr="狗 纯色填充">
            <a:extLst>
              <a:ext uri="{FF2B5EF4-FFF2-40B4-BE49-F238E27FC236}">
                <a16:creationId xmlns:a16="http://schemas.microsoft.com/office/drawing/2014/main" id="{994892E9-3071-42BE-7872-1F6678683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8291" y="4061450"/>
            <a:ext cx="914400" cy="914400"/>
          </a:xfrm>
          <a:prstGeom prst="rect">
            <a:avLst/>
          </a:prstGeom>
          <a:effectLst>
            <a:outerShdw blurRad="292100" dist="279400" dir="21540000" sy="23000" kx="1200000" algn="br" rotWithShape="0">
              <a:prstClr val="black">
                <a:alpha val="67000"/>
              </a:prstClr>
            </a:outerShdw>
          </a:effectLst>
          <a:scene3d>
            <a:camera prst="orthographicFront">
              <a:rot lat="19799999" lon="1799989" rev="0"/>
            </a:camera>
            <a:lightRig rig="threePt" dir="t"/>
          </a:scene3d>
          <a:sp3d extrusionH="152400"/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27D67679-DB3D-A35E-C6AE-E3E304D978CF}"/>
              </a:ext>
            </a:extLst>
          </p:cNvPr>
          <p:cNvGrpSpPr/>
          <p:nvPr/>
        </p:nvGrpSpPr>
        <p:grpSpPr>
          <a:xfrm>
            <a:off x="6388720" y="-48873"/>
            <a:ext cx="813867" cy="1127858"/>
            <a:chOff x="8706050" y="239749"/>
            <a:chExt cx="659835" cy="91440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B3D3AE7-C817-258D-66AE-2815A60214D5}"/>
                </a:ext>
              </a:extLst>
            </p:cNvPr>
            <p:cNvSpPr/>
            <p:nvPr/>
          </p:nvSpPr>
          <p:spPr>
            <a:xfrm>
              <a:off x="9045600" y="638146"/>
              <a:ext cx="130547" cy="129807"/>
            </a:xfrm>
            <a:prstGeom prst="ellipse">
              <a:avLst/>
            </a:prstGeom>
            <a:solidFill>
              <a:srgbClr val="BD1E33"/>
            </a:solidFill>
            <a:ln>
              <a:noFill/>
            </a:ln>
            <a:effectLst>
              <a:outerShdw blurRad="228600" dist="177800" dir="3780000" sx="200000" sy="200000" algn="bl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形 17" descr="狗 纯色填充">
              <a:extLst>
                <a:ext uri="{FF2B5EF4-FFF2-40B4-BE49-F238E27FC236}">
                  <a16:creationId xmlns:a16="http://schemas.microsoft.com/office/drawing/2014/main" id="{E8130872-2BB2-AE47-39AA-E39B93CEE9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06050" y="239749"/>
              <a:ext cx="659835" cy="914400"/>
            </a:xfrm>
            <a:prstGeom prst="rect">
              <a:avLst/>
            </a:prstGeom>
            <a:effectLst/>
            <a:scene3d>
              <a:camera prst="orthographicFront">
                <a:rot lat="2390254" lon="2189547" rev="223967"/>
              </a:camera>
              <a:lightRig rig="threePt" dir="t"/>
            </a:scene3d>
            <a:sp3d extrusionH="330200"/>
          </p:spPr>
        </p:pic>
      </p:grpSp>
      <p:pic>
        <p:nvPicPr>
          <p:cNvPr id="25" name="图形 24" descr="狗 纯色填充">
            <a:extLst>
              <a:ext uri="{FF2B5EF4-FFF2-40B4-BE49-F238E27FC236}">
                <a16:creationId xmlns:a16="http://schemas.microsoft.com/office/drawing/2014/main" id="{7C1FBC39-0ACB-5A26-CABD-643B20AB5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713576" y="4953455"/>
            <a:ext cx="914400" cy="914400"/>
          </a:xfrm>
          <a:prstGeom prst="rect">
            <a:avLst/>
          </a:prstGeom>
          <a:effectLst>
            <a:outerShdw blurRad="50800" dist="355600" dir="18840000" sx="102000" sy="102000" algn="ctr" rotWithShape="0">
              <a:srgbClr val="000000">
                <a:alpha val="25000"/>
              </a:srgbClr>
            </a:outerShdw>
          </a:effectLst>
          <a:scene3d>
            <a:camera prst="orthographicFront">
              <a:rot lat="19761900" lon="19894492" rev="21425775"/>
            </a:camera>
            <a:lightRig rig="threePt" dir="t"/>
          </a:scene3d>
          <a:sp3d extrusionH="146050"/>
        </p:spPr>
      </p:pic>
      <p:sp>
        <p:nvSpPr>
          <p:cNvPr id="26" name="弧形 25">
            <a:extLst>
              <a:ext uri="{FF2B5EF4-FFF2-40B4-BE49-F238E27FC236}">
                <a16:creationId xmlns:a16="http://schemas.microsoft.com/office/drawing/2014/main" id="{E62F3475-402E-EAB7-480E-3098F76C0519}"/>
              </a:ext>
            </a:extLst>
          </p:cNvPr>
          <p:cNvSpPr/>
          <p:nvPr/>
        </p:nvSpPr>
        <p:spPr>
          <a:xfrm>
            <a:off x="3360967" y="459763"/>
            <a:ext cx="6313557" cy="6313557"/>
          </a:xfrm>
          <a:prstGeom prst="arc">
            <a:avLst>
              <a:gd name="adj1" fmla="val 10320259"/>
              <a:gd name="adj2" fmla="val 16037250"/>
            </a:avLst>
          </a:prstGeom>
          <a:noFill/>
          <a:ln w="76200">
            <a:gradFill>
              <a:gsLst>
                <a:gs pos="0">
                  <a:srgbClr val="B71D31"/>
                </a:gs>
                <a:gs pos="100000">
                  <a:srgbClr val="6DB4F6"/>
                </a:gs>
              </a:gsLst>
              <a:lin ang="5400000" scaled="1"/>
            </a:gradFill>
            <a:prstDash val="lgDashDot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弧形 27">
            <a:extLst>
              <a:ext uri="{FF2B5EF4-FFF2-40B4-BE49-F238E27FC236}">
                <a16:creationId xmlns:a16="http://schemas.microsoft.com/office/drawing/2014/main" id="{E7958CB9-982C-2432-E3E9-652693799FC9}"/>
              </a:ext>
            </a:extLst>
          </p:cNvPr>
          <p:cNvSpPr/>
          <p:nvPr/>
        </p:nvSpPr>
        <p:spPr>
          <a:xfrm>
            <a:off x="3264017" y="481982"/>
            <a:ext cx="6313557" cy="6313557"/>
          </a:xfrm>
          <a:prstGeom prst="arc">
            <a:avLst>
              <a:gd name="adj1" fmla="val 17042781"/>
              <a:gd name="adj2" fmla="val 1622962"/>
            </a:avLst>
          </a:prstGeom>
          <a:noFill/>
          <a:ln w="63500">
            <a:gradFill>
              <a:gsLst>
                <a:gs pos="0">
                  <a:srgbClr val="B71D31"/>
                </a:gs>
                <a:gs pos="100000">
                  <a:srgbClr val="FF9E74"/>
                </a:gs>
              </a:gsLst>
              <a:lin ang="5400000" scaled="1"/>
            </a:gradFill>
            <a:prstDash val="lgDashDot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BB83158-E30E-CC0C-B7B2-0670E2926B6C}"/>
                  </a:ext>
                </a:extLst>
              </p:cNvPr>
              <p:cNvSpPr txBox="1"/>
              <p:nvPr/>
            </p:nvSpPr>
            <p:spPr>
              <a:xfrm>
                <a:off x="2822138" y="3670570"/>
                <a:ext cx="5540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BB83158-E30E-CC0C-B7B2-0670E2926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38" y="3670570"/>
                <a:ext cx="554062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60A236E-8169-41EA-F90E-964C3718B6BF}"/>
                  </a:ext>
                </a:extLst>
              </p:cNvPr>
              <p:cNvSpPr txBox="1"/>
              <p:nvPr/>
            </p:nvSpPr>
            <p:spPr>
              <a:xfrm>
                <a:off x="7142092" y="-67555"/>
                <a:ext cx="5647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60A236E-8169-41EA-F90E-964C3718B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092" y="-67555"/>
                <a:ext cx="564770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B7B02DF-D384-A5F8-C58D-152079F639EF}"/>
                  </a:ext>
                </a:extLst>
              </p:cNvPr>
              <p:cNvSpPr txBox="1"/>
              <p:nvPr/>
            </p:nvSpPr>
            <p:spPr>
              <a:xfrm>
                <a:off x="9554447" y="4617143"/>
                <a:ext cx="5647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B7B02DF-D384-A5F8-C58D-152079F63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447" y="4617143"/>
                <a:ext cx="564770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2D268F1-AAD6-0ED2-8331-F6FA6B764D75}"/>
                  </a:ext>
                </a:extLst>
              </p:cNvPr>
              <p:cNvSpPr txBox="1"/>
              <p:nvPr/>
            </p:nvSpPr>
            <p:spPr>
              <a:xfrm>
                <a:off x="3673788" y="5567177"/>
                <a:ext cx="87475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3600" b="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2D268F1-AAD6-0ED2-8331-F6FA6B764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788" y="5567177"/>
                <a:ext cx="874757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50D58D2-548A-DAED-C519-9853D63E956D}"/>
              </a:ext>
            </a:extLst>
          </p:cNvPr>
          <p:cNvSpPr/>
          <p:nvPr/>
        </p:nvSpPr>
        <p:spPr>
          <a:xfrm flipV="1">
            <a:off x="2999678" y="4840119"/>
            <a:ext cx="3737185" cy="1694485"/>
          </a:xfrm>
          <a:custGeom>
            <a:avLst/>
            <a:gdLst>
              <a:gd name="csX0" fmla="*/ 4195763 w 4195763"/>
              <a:gd name="csY0" fmla="*/ 1252537 h 1252537"/>
              <a:gd name="csX1" fmla="*/ 3305175 w 4195763"/>
              <a:gd name="csY1" fmla="*/ 985837 h 1252537"/>
              <a:gd name="csX2" fmla="*/ 3367088 w 4195763"/>
              <a:gd name="csY2" fmla="*/ 347662 h 1252537"/>
              <a:gd name="csX3" fmla="*/ 2109788 w 4195763"/>
              <a:gd name="csY3" fmla="*/ 628650 h 1252537"/>
              <a:gd name="csX4" fmla="*/ 2071688 w 4195763"/>
              <a:gd name="csY4" fmla="*/ 114300 h 1252537"/>
              <a:gd name="csX5" fmla="*/ 866775 w 4195763"/>
              <a:gd name="csY5" fmla="*/ 238125 h 1252537"/>
              <a:gd name="csX6" fmla="*/ 719138 w 4195763"/>
              <a:gd name="csY6" fmla="*/ 76200 h 1252537"/>
              <a:gd name="csX7" fmla="*/ 0 w 4195763"/>
              <a:gd name="csY7" fmla="*/ 0 h 1252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195763" h="1252537">
                <a:moveTo>
                  <a:pt x="4195763" y="1252537"/>
                </a:moveTo>
                <a:cubicBezTo>
                  <a:pt x="3819525" y="1194593"/>
                  <a:pt x="3443287" y="1136649"/>
                  <a:pt x="3305175" y="985837"/>
                </a:cubicBezTo>
                <a:cubicBezTo>
                  <a:pt x="3167062" y="835024"/>
                  <a:pt x="3566319" y="407193"/>
                  <a:pt x="3367088" y="347662"/>
                </a:cubicBezTo>
                <a:cubicBezTo>
                  <a:pt x="3167857" y="288131"/>
                  <a:pt x="2325688" y="667544"/>
                  <a:pt x="2109788" y="628650"/>
                </a:cubicBezTo>
                <a:cubicBezTo>
                  <a:pt x="1893888" y="589756"/>
                  <a:pt x="2278857" y="179387"/>
                  <a:pt x="2071688" y="114300"/>
                </a:cubicBezTo>
                <a:cubicBezTo>
                  <a:pt x="1864519" y="49213"/>
                  <a:pt x="1092200" y="244475"/>
                  <a:pt x="866775" y="238125"/>
                </a:cubicBezTo>
                <a:cubicBezTo>
                  <a:pt x="641350" y="231775"/>
                  <a:pt x="863600" y="115887"/>
                  <a:pt x="719138" y="76200"/>
                </a:cubicBezTo>
                <a:cubicBezTo>
                  <a:pt x="574676" y="36513"/>
                  <a:pt x="119856" y="23019"/>
                  <a:pt x="0" y="0"/>
                </a:cubicBezTo>
              </a:path>
            </a:pathLst>
          </a:custGeom>
          <a:noFill/>
          <a:ln w="50800">
            <a:gradFill>
              <a:gsLst>
                <a:gs pos="0">
                  <a:srgbClr val="00B0F0"/>
                </a:gs>
                <a:gs pos="100000">
                  <a:srgbClr val="FBE5D6">
                    <a:alpha val="88000"/>
                    <a:lumMod val="76000"/>
                    <a:lumOff val="24000"/>
                  </a:srgbClr>
                </a:gs>
              </a:gsLst>
              <a:lin ang="5400000" scaled="1"/>
            </a:gradFill>
            <a:prstDash val="solid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4FFFB9-9ADA-B8EF-4CA1-1E21E22DAEDD}"/>
                  </a:ext>
                </a:extLst>
              </p:cNvPr>
              <p:cNvSpPr txBox="1"/>
              <p:nvPr/>
            </p:nvSpPr>
            <p:spPr>
              <a:xfrm>
                <a:off x="201695" y="7013207"/>
                <a:ext cx="4809586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支撑顶点集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_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|2=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∗}</m:t>
                    </m:r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4FFFB9-9ADA-B8EF-4CA1-1E21E22DA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5" y="7013207"/>
                <a:ext cx="4809586" cy="399084"/>
              </a:xfrm>
              <a:prstGeom prst="rect">
                <a:avLst/>
              </a:prstGeom>
              <a:blipFill>
                <a:blip r:embed="rId9"/>
                <a:stretch>
                  <a:fillRect l="-3802" t="-27273" r="-2028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5C489F7-FB57-2F03-0C50-B4ED46792800}"/>
                  </a:ext>
                </a:extLst>
              </p:cNvPr>
              <p:cNvSpPr txBox="1"/>
              <p:nvPr/>
            </p:nvSpPr>
            <p:spPr>
              <a:xfrm>
                <a:off x="220698" y="7509978"/>
                <a:ext cx="4516236" cy="431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圆心位于支撑点凸包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sub>
                    </m:sSub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conv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𝒮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5C489F7-FB57-2F03-0C50-B4ED46792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8" y="7509978"/>
                <a:ext cx="4516236" cy="431337"/>
              </a:xfrm>
              <a:prstGeom prst="rect">
                <a:avLst/>
              </a:prstGeom>
              <a:blipFill>
                <a:blip r:embed="rId10"/>
                <a:stretch>
                  <a:fillRect l="-4049" t="-22535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>
            <a:extLst>
              <a:ext uri="{FF2B5EF4-FFF2-40B4-BE49-F238E27FC236}">
                <a16:creationId xmlns:a16="http://schemas.microsoft.com/office/drawing/2014/main" id="{B9231FC1-946D-8887-BEB0-5C5954E6A038}"/>
              </a:ext>
            </a:extLst>
          </p:cNvPr>
          <p:cNvSpPr txBox="1"/>
          <p:nvPr/>
        </p:nvSpPr>
        <p:spPr>
          <a:xfrm>
            <a:off x="34122" y="-3550"/>
            <a:ext cx="5125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86587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局部可行域逐步收缩图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EB08D51-A707-EE57-D087-20F0C4F5A6B5}"/>
                  </a:ext>
                </a:extLst>
              </p:cNvPr>
              <p:cNvSpPr txBox="1"/>
              <p:nvPr/>
            </p:nvSpPr>
            <p:spPr>
              <a:xfrm>
                <a:off x="6420796" y="4070939"/>
                <a:ext cx="4370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altLang="zh-CN" sz="3600" b="0" i="1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EB08D51-A707-EE57-D087-20F0C4F5A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796" y="4070939"/>
                <a:ext cx="437043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AB0DCAC4-05D4-F4BB-C210-16F93A1BF4CF}"/>
              </a:ext>
            </a:extLst>
          </p:cNvPr>
          <p:cNvGrpSpPr/>
          <p:nvPr/>
        </p:nvGrpSpPr>
        <p:grpSpPr>
          <a:xfrm>
            <a:off x="6750627" y="4510174"/>
            <a:ext cx="620188" cy="205486"/>
            <a:chOff x="6886423" y="4374636"/>
            <a:chExt cx="620188" cy="205486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3225841D-1D1D-B36F-A136-5C7EDDB88E5A}"/>
                </a:ext>
              </a:extLst>
            </p:cNvPr>
            <p:cNvSpPr/>
            <p:nvPr/>
          </p:nvSpPr>
          <p:spPr>
            <a:xfrm rot="21050990">
              <a:off x="6955895" y="4440158"/>
              <a:ext cx="372393" cy="94338"/>
            </a:xfrm>
            <a:prstGeom prst="ellipse">
              <a:avLst/>
            </a:prstGeom>
            <a:solidFill>
              <a:srgbClr val="BD1E33"/>
            </a:solidFill>
            <a:ln>
              <a:noFill/>
            </a:ln>
            <a:effectLst>
              <a:outerShdw blurRad="228600" dist="177800" dir="3780000" sx="200000" sy="200000" algn="bl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A293F67E-481E-BA73-634E-1F328D098CA8}"/>
                </a:ext>
              </a:extLst>
            </p:cNvPr>
            <p:cNvSpPr/>
            <p:nvPr/>
          </p:nvSpPr>
          <p:spPr>
            <a:xfrm rot="20951670">
              <a:off x="6886423" y="4374636"/>
              <a:ext cx="620188" cy="205486"/>
            </a:xfrm>
            <a:custGeom>
              <a:avLst/>
              <a:gdLst>
                <a:gd name="csX0" fmla="*/ 190500 w 1209675"/>
                <a:gd name="csY0" fmla="*/ 0 h 647700"/>
                <a:gd name="csX1" fmla="*/ 323850 w 1209675"/>
                <a:gd name="csY1" fmla="*/ 57150 h 647700"/>
                <a:gd name="csX2" fmla="*/ 333107 w 1209675"/>
                <a:gd name="csY2" fmla="*/ 57150 h 647700"/>
                <a:gd name="csX3" fmla="*/ 351565 w 1209675"/>
                <a:gd name="csY3" fmla="*/ 93350 h 647700"/>
                <a:gd name="csX4" fmla="*/ 603447 w 1209675"/>
                <a:gd name="csY4" fmla="*/ 159455 h 647700"/>
                <a:gd name="csX5" fmla="*/ 855329 w 1209675"/>
                <a:gd name="csY5" fmla="*/ 93350 h 647700"/>
                <a:gd name="csX6" fmla="*/ 873787 w 1209675"/>
                <a:gd name="csY6" fmla="*/ 57150 h 647700"/>
                <a:gd name="csX7" fmla="*/ 885825 w 1209675"/>
                <a:gd name="csY7" fmla="*/ 57150 h 647700"/>
                <a:gd name="csX8" fmla="*/ 1152525 w 1209675"/>
                <a:gd name="csY8" fmla="*/ 57150 h 647700"/>
                <a:gd name="csX9" fmla="*/ 1152525 w 1209675"/>
                <a:gd name="csY9" fmla="*/ 323850 h 647700"/>
                <a:gd name="csX10" fmla="*/ 1152525 w 1209675"/>
                <a:gd name="csY10" fmla="*/ 590550 h 647700"/>
                <a:gd name="csX11" fmla="*/ 885825 w 1209675"/>
                <a:gd name="csY11" fmla="*/ 590550 h 647700"/>
                <a:gd name="csX12" fmla="*/ 870179 w 1209675"/>
                <a:gd name="csY12" fmla="*/ 590550 h 647700"/>
                <a:gd name="csX13" fmla="*/ 876811 w 1209675"/>
                <a:gd name="csY13" fmla="*/ 577544 h 647700"/>
                <a:gd name="csX14" fmla="*/ 603447 w 1209675"/>
                <a:gd name="csY14" fmla="*/ 469309 h 647700"/>
                <a:gd name="csX15" fmla="*/ 330083 w 1209675"/>
                <a:gd name="csY15" fmla="*/ 577544 h 647700"/>
                <a:gd name="csX16" fmla="*/ 336715 w 1209675"/>
                <a:gd name="csY16" fmla="*/ 590550 h 647700"/>
                <a:gd name="csX17" fmla="*/ 323850 w 1209675"/>
                <a:gd name="csY17" fmla="*/ 590550 h 647700"/>
                <a:gd name="csX18" fmla="*/ 57150 w 1209675"/>
                <a:gd name="csY18" fmla="*/ 590550 h 647700"/>
                <a:gd name="csX19" fmla="*/ 57150 w 1209675"/>
                <a:gd name="csY19" fmla="*/ 323850 h 647700"/>
                <a:gd name="csX20" fmla="*/ 57150 w 1209675"/>
                <a:gd name="csY20" fmla="*/ 57150 h 647700"/>
                <a:gd name="csX21" fmla="*/ 190500 w 1209675"/>
                <a:gd name="csY21" fmla="*/ 0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09675" h="647700">
                  <a:moveTo>
                    <a:pt x="190500" y="0"/>
                  </a:moveTo>
                  <a:cubicBezTo>
                    <a:pt x="238125" y="0"/>
                    <a:pt x="285750" y="19050"/>
                    <a:pt x="323850" y="57150"/>
                  </a:cubicBezTo>
                  <a:lnTo>
                    <a:pt x="333107" y="57150"/>
                  </a:lnTo>
                  <a:lnTo>
                    <a:pt x="351565" y="93350"/>
                  </a:lnTo>
                  <a:cubicBezTo>
                    <a:pt x="393064" y="132198"/>
                    <a:pt x="490216" y="159455"/>
                    <a:pt x="603447" y="159455"/>
                  </a:cubicBezTo>
                  <a:cubicBezTo>
                    <a:pt x="716678" y="159455"/>
                    <a:pt x="813830" y="132198"/>
                    <a:pt x="855329" y="93350"/>
                  </a:cubicBezTo>
                  <a:lnTo>
                    <a:pt x="873787" y="57150"/>
                  </a:lnTo>
                  <a:lnTo>
                    <a:pt x="885825" y="57150"/>
                  </a:lnTo>
                  <a:cubicBezTo>
                    <a:pt x="962025" y="-19050"/>
                    <a:pt x="1076325" y="-19050"/>
                    <a:pt x="1152525" y="57150"/>
                  </a:cubicBezTo>
                  <a:cubicBezTo>
                    <a:pt x="1228725" y="133350"/>
                    <a:pt x="1228725" y="247650"/>
                    <a:pt x="1152525" y="323850"/>
                  </a:cubicBezTo>
                  <a:cubicBezTo>
                    <a:pt x="1228725" y="400050"/>
                    <a:pt x="1228725" y="514350"/>
                    <a:pt x="1152525" y="590550"/>
                  </a:cubicBezTo>
                  <a:cubicBezTo>
                    <a:pt x="1076325" y="666750"/>
                    <a:pt x="962025" y="666750"/>
                    <a:pt x="885825" y="590550"/>
                  </a:cubicBezTo>
                  <a:lnTo>
                    <a:pt x="870179" y="590550"/>
                  </a:lnTo>
                  <a:lnTo>
                    <a:pt x="876811" y="577544"/>
                  </a:lnTo>
                  <a:cubicBezTo>
                    <a:pt x="876811" y="517767"/>
                    <a:pt x="754422" y="469309"/>
                    <a:pt x="603447" y="469309"/>
                  </a:cubicBezTo>
                  <a:cubicBezTo>
                    <a:pt x="452472" y="469309"/>
                    <a:pt x="330083" y="517767"/>
                    <a:pt x="330083" y="577544"/>
                  </a:cubicBezTo>
                  <a:lnTo>
                    <a:pt x="336715" y="590550"/>
                  </a:lnTo>
                  <a:lnTo>
                    <a:pt x="323850" y="590550"/>
                  </a:lnTo>
                  <a:cubicBezTo>
                    <a:pt x="247650" y="666750"/>
                    <a:pt x="133350" y="666750"/>
                    <a:pt x="57150" y="590550"/>
                  </a:cubicBezTo>
                  <a:cubicBezTo>
                    <a:pt x="-19050" y="514350"/>
                    <a:pt x="-19050" y="400050"/>
                    <a:pt x="57150" y="323850"/>
                  </a:cubicBezTo>
                  <a:cubicBezTo>
                    <a:pt x="-19050" y="247650"/>
                    <a:pt x="-19050" y="133350"/>
                    <a:pt x="57150" y="57150"/>
                  </a:cubicBezTo>
                  <a:cubicBezTo>
                    <a:pt x="95250" y="19050"/>
                    <a:pt x="142875" y="0"/>
                    <a:pt x="190500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</p: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84DA415-49CC-F4AA-ADEE-366BDC0F3B19}"/>
              </a:ext>
            </a:extLst>
          </p:cNvPr>
          <p:cNvCxnSpPr>
            <a:cxnSpLocks/>
          </p:cNvCxnSpPr>
          <p:nvPr/>
        </p:nvCxnSpPr>
        <p:spPr>
          <a:xfrm flipH="1" flipV="1">
            <a:off x="7424477" y="4757381"/>
            <a:ext cx="1533762" cy="741887"/>
          </a:xfrm>
          <a:prstGeom prst="straightConnector1">
            <a:avLst/>
          </a:prstGeom>
          <a:noFill/>
          <a:ln w="50800">
            <a:gradFill>
              <a:gsLst>
                <a:gs pos="55000">
                  <a:srgbClr val="E99A94"/>
                </a:gs>
                <a:gs pos="0">
                  <a:srgbClr val="E36B5A">
                    <a:lumMod val="95000"/>
                    <a:lumOff val="5000"/>
                  </a:srgbClr>
                </a:gs>
                <a:gs pos="100000">
                  <a:srgbClr val="DCADCE">
                    <a:lumMod val="37000"/>
                    <a:lumOff val="63000"/>
                  </a:srgbClr>
                </a:gs>
              </a:gsLst>
              <a:lin ang="5400000" scaled="1"/>
            </a:gradFill>
            <a:prstDash val="solid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FA437D6E-7B8B-C7E9-6E07-3DB51F097726}"/>
              </a:ext>
            </a:extLst>
          </p:cNvPr>
          <p:cNvSpPr txBox="1"/>
          <p:nvPr/>
        </p:nvSpPr>
        <p:spPr>
          <a:xfrm>
            <a:off x="2548343" y="1148626"/>
            <a:ext cx="14214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首次试探扫描路径</a:t>
            </a:r>
            <a:endParaRPr lang="en-US" altLang="zh-CN" sz="2400" b="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7F18027-CFB5-8616-F5FE-4B8AC5B020CE}"/>
              </a:ext>
            </a:extLst>
          </p:cNvPr>
          <p:cNvSpPr txBox="1"/>
          <p:nvPr/>
        </p:nvSpPr>
        <p:spPr>
          <a:xfrm>
            <a:off x="8999022" y="1146427"/>
            <a:ext cx="14214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最优信息增益路径</a:t>
            </a:r>
            <a:endParaRPr lang="en-US" altLang="zh-CN" sz="2400" b="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1F638C7-C545-35BF-EE95-5874C75D8106}"/>
              </a:ext>
            </a:extLst>
          </p:cNvPr>
          <p:cNvSpPr txBox="1"/>
          <p:nvPr/>
        </p:nvSpPr>
        <p:spPr>
          <a:xfrm>
            <a:off x="5750068" y="6000215"/>
            <a:ext cx="14214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后续路径</a:t>
            </a:r>
            <a:endParaRPr lang="en-US" altLang="zh-CN" sz="2400" b="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571A76C-A58E-6E34-7A5B-23CC5CF57F96}"/>
              </a:ext>
            </a:extLst>
          </p:cNvPr>
          <p:cNvSpPr txBox="1"/>
          <p:nvPr/>
        </p:nvSpPr>
        <p:spPr>
          <a:xfrm>
            <a:off x="8061064" y="3967919"/>
            <a:ext cx="142146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后验概率优化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路径</a:t>
            </a:r>
            <a:endParaRPr lang="en-US" altLang="zh-CN" sz="2400" b="0" dirty="0"/>
          </a:p>
        </p:txBody>
      </p:sp>
    </p:spTree>
    <p:extLst>
      <p:ext uri="{BB962C8B-B14F-4D97-AF65-F5344CB8AC3E}">
        <p14:creationId xmlns:p14="http://schemas.microsoft.com/office/powerpoint/2010/main" val="367323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3BAA8ADF-321E-4531-3F55-E4754DD852CB}"/>
              </a:ext>
            </a:extLst>
          </p:cNvPr>
          <p:cNvCxnSpPr>
            <a:cxnSpLocks/>
            <a:stCxn id="71" idx="4"/>
            <a:endCxn id="76" idx="1"/>
          </p:cNvCxnSpPr>
          <p:nvPr/>
        </p:nvCxnSpPr>
        <p:spPr>
          <a:xfrm flipV="1">
            <a:off x="5760069" y="1863538"/>
            <a:ext cx="5226083" cy="512985"/>
          </a:xfrm>
          <a:prstGeom prst="line">
            <a:avLst/>
          </a:prstGeom>
          <a:ln w="19050">
            <a:solidFill>
              <a:schemeClr val="accent2">
                <a:lumMod val="50000"/>
                <a:alpha val="88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FDC3AD6C-32ED-26DE-6965-F68A61EB3501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4639369" y="3609872"/>
            <a:ext cx="3470015" cy="1560370"/>
          </a:xfrm>
          <a:prstGeom prst="line">
            <a:avLst/>
          </a:prstGeom>
          <a:ln w="19050">
            <a:solidFill>
              <a:schemeClr val="accent2">
                <a:lumMod val="50000"/>
                <a:alpha val="88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61BF0DB8-B871-D929-AD6B-88DE7AB0ABE5}"/>
              </a:ext>
            </a:extLst>
          </p:cNvPr>
          <p:cNvSpPr>
            <a:spLocks noChangeAspect="1"/>
          </p:cNvSpPr>
          <p:nvPr/>
        </p:nvSpPr>
        <p:spPr>
          <a:xfrm>
            <a:off x="2666332" y="924052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2067C4-8694-3CBF-01F4-21A09A527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35511"/>
            <a:ext cx="12478446" cy="641722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69BBC6E9-7B87-4432-AC83-D507DD928A3F}"/>
              </a:ext>
            </a:extLst>
          </p:cNvPr>
          <p:cNvSpPr>
            <a:spLocks noChangeAspect="1"/>
          </p:cNvSpPr>
          <p:nvPr/>
        </p:nvSpPr>
        <p:spPr>
          <a:xfrm>
            <a:off x="520486" y="885944"/>
            <a:ext cx="5400000" cy="5400000"/>
          </a:xfrm>
          <a:prstGeom prst="ellipse">
            <a:avLst/>
          </a:prstGeom>
          <a:noFill/>
          <a:ln w="25400" cmpd="thickThin">
            <a:gradFill>
              <a:gsLst>
                <a:gs pos="0">
                  <a:srgbClr val="B71D31">
                    <a:lumMod val="88000"/>
                    <a:lumOff val="12000"/>
                  </a:srgbClr>
                </a:gs>
                <a:gs pos="100000">
                  <a:srgbClr val="B71D31">
                    <a:lumMod val="76000"/>
                    <a:lumOff val="24000"/>
                  </a:srgbClr>
                </a:gs>
                <a:gs pos="68000">
                  <a:srgbClr val="266AA9"/>
                </a:gs>
                <a:gs pos="33000">
                  <a:srgbClr val="266AA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98AC4F1-06BF-1A2C-EE09-08743FF6A0F9}"/>
              </a:ext>
            </a:extLst>
          </p:cNvPr>
          <p:cNvSpPr>
            <a:spLocks noChangeAspect="1"/>
          </p:cNvSpPr>
          <p:nvPr/>
        </p:nvSpPr>
        <p:spPr>
          <a:xfrm>
            <a:off x="1730161" y="2099350"/>
            <a:ext cx="3006000" cy="3006000"/>
          </a:xfrm>
          <a:prstGeom prst="ellipse">
            <a:avLst/>
          </a:prstGeom>
          <a:noFill/>
          <a:ln w="9525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EF812B7-97A6-5899-7494-DDCFBF86F523}"/>
              </a:ext>
            </a:extLst>
          </p:cNvPr>
          <p:cNvSpPr>
            <a:spLocks noChangeAspect="1"/>
          </p:cNvSpPr>
          <p:nvPr/>
        </p:nvSpPr>
        <p:spPr>
          <a:xfrm>
            <a:off x="1382362" y="630682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335B849-2868-C45F-C48E-2E2357A3B753}"/>
              </a:ext>
            </a:extLst>
          </p:cNvPr>
          <p:cNvSpPr>
            <a:spLocks noChangeAspect="1"/>
          </p:cNvSpPr>
          <p:nvPr/>
        </p:nvSpPr>
        <p:spPr>
          <a:xfrm>
            <a:off x="376522" y="1429875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C33B0F3-F4D1-6A34-AFE2-4E4C3D6AD2D3}"/>
              </a:ext>
            </a:extLst>
          </p:cNvPr>
          <p:cNvSpPr>
            <a:spLocks noChangeAspect="1"/>
          </p:cNvSpPr>
          <p:nvPr/>
        </p:nvSpPr>
        <p:spPr>
          <a:xfrm>
            <a:off x="379669" y="2756747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1FB63A5-234B-B40C-F2B7-67635538C932}"/>
              </a:ext>
            </a:extLst>
          </p:cNvPr>
          <p:cNvSpPr>
            <a:spLocks noChangeAspect="1"/>
          </p:cNvSpPr>
          <p:nvPr/>
        </p:nvSpPr>
        <p:spPr>
          <a:xfrm>
            <a:off x="3220486" y="2101998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CA0C654-5C75-946D-2F20-67E5175AC08D}"/>
              </a:ext>
            </a:extLst>
          </p:cNvPr>
          <p:cNvSpPr>
            <a:spLocks noChangeAspect="1"/>
          </p:cNvSpPr>
          <p:nvPr/>
        </p:nvSpPr>
        <p:spPr>
          <a:xfrm>
            <a:off x="2655532" y="3261837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A6DA602-C102-A028-7398-35B0F6F058D4}"/>
              </a:ext>
            </a:extLst>
          </p:cNvPr>
          <p:cNvSpPr>
            <a:spLocks noChangeAspect="1"/>
          </p:cNvSpPr>
          <p:nvPr/>
        </p:nvSpPr>
        <p:spPr>
          <a:xfrm>
            <a:off x="1382362" y="3555830"/>
            <a:ext cx="3006000" cy="3006000"/>
          </a:xfrm>
          <a:prstGeom prst="ellipse">
            <a:avLst/>
          </a:prstGeom>
          <a:gradFill flip="none" rotWithShape="0">
            <a:gsLst>
              <a:gs pos="100000">
                <a:srgbClr val="BD1E33">
                  <a:lumMod val="40000"/>
                  <a:lumOff val="60000"/>
                  <a:alpha val="5000"/>
                </a:srgbClr>
              </a:gs>
              <a:gs pos="0">
                <a:srgbClr val="266AA9">
                  <a:lumMod val="96000"/>
                  <a:lumOff val="4000"/>
                  <a:alpha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CCC0F558-D9CD-B37C-6501-67E08BD9EFE7}"/>
              </a:ext>
            </a:extLst>
          </p:cNvPr>
          <p:cNvSpPr>
            <a:spLocks noChangeAspect="1"/>
          </p:cNvSpPr>
          <p:nvPr/>
        </p:nvSpPr>
        <p:spPr>
          <a:xfrm>
            <a:off x="1604657" y="-4963157"/>
            <a:ext cx="3006000" cy="3006000"/>
          </a:xfrm>
          <a:prstGeom prst="ellipse">
            <a:avLst/>
          </a:prstGeom>
          <a:noFill/>
          <a:ln w="9525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30BEFC3-79BC-CE78-2B61-8D04C81F98BD}"/>
              </a:ext>
            </a:extLst>
          </p:cNvPr>
          <p:cNvSpPr>
            <a:spLocks noChangeAspect="1"/>
          </p:cNvSpPr>
          <p:nvPr/>
        </p:nvSpPr>
        <p:spPr>
          <a:xfrm>
            <a:off x="4556657" y="-3514157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229FB475-DBB3-CB0A-C22B-2C33FF1448F8}"/>
              </a:ext>
            </a:extLst>
          </p:cNvPr>
          <p:cNvSpPr>
            <a:spLocks noChangeAspect="1"/>
          </p:cNvSpPr>
          <p:nvPr/>
        </p:nvSpPr>
        <p:spPr>
          <a:xfrm>
            <a:off x="3995869" y="-4680972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6359ECA2-945A-EFF1-25BE-A8E69BA78953}"/>
              </a:ext>
            </a:extLst>
          </p:cNvPr>
          <p:cNvSpPr>
            <a:spLocks noChangeAspect="1"/>
          </p:cNvSpPr>
          <p:nvPr/>
        </p:nvSpPr>
        <p:spPr>
          <a:xfrm>
            <a:off x="2727456" y="-4968390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1493378F-FB72-99AB-E84C-610980C092E4}"/>
              </a:ext>
            </a:extLst>
          </p:cNvPr>
          <p:cNvSpPr>
            <a:spLocks noChangeAspect="1"/>
          </p:cNvSpPr>
          <p:nvPr/>
        </p:nvSpPr>
        <p:spPr>
          <a:xfrm>
            <a:off x="1698756" y="-4152415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22ACFB2-631C-FF3F-C3FB-B26A18E995CA}"/>
              </a:ext>
            </a:extLst>
          </p:cNvPr>
          <p:cNvSpPr>
            <a:spLocks noChangeAspect="1"/>
          </p:cNvSpPr>
          <p:nvPr/>
        </p:nvSpPr>
        <p:spPr>
          <a:xfrm>
            <a:off x="1698912" y="-2855907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74C4D0AB-45FA-0C66-5B35-1FDD6FC77994}"/>
              </a:ext>
            </a:extLst>
          </p:cNvPr>
          <p:cNvSpPr>
            <a:spLocks noChangeAspect="1"/>
          </p:cNvSpPr>
          <p:nvPr/>
        </p:nvSpPr>
        <p:spPr>
          <a:xfrm>
            <a:off x="2727456" y="-2044489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970A405-C56F-5FCD-B949-4F9078294F05}"/>
              </a:ext>
            </a:extLst>
          </p:cNvPr>
          <p:cNvSpPr>
            <a:spLocks noChangeAspect="1"/>
          </p:cNvSpPr>
          <p:nvPr/>
        </p:nvSpPr>
        <p:spPr>
          <a:xfrm>
            <a:off x="3995869" y="-2330239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65D50D1E-49A0-89AF-1703-16B7C5D63E16}"/>
              </a:ext>
            </a:extLst>
          </p:cNvPr>
          <p:cNvSpPr>
            <a:spLocks noChangeAspect="1"/>
          </p:cNvSpPr>
          <p:nvPr/>
        </p:nvSpPr>
        <p:spPr>
          <a:xfrm rot="1309233">
            <a:off x="4666372" y="3541129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BBA68182-63E5-03BB-D129-5F0AA5CE8F6B}"/>
              </a:ext>
            </a:extLst>
          </p:cNvPr>
          <p:cNvSpPr>
            <a:spLocks noChangeAspect="1"/>
          </p:cNvSpPr>
          <p:nvPr/>
        </p:nvSpPr>
        <p:spPr>
          <a:xfrm rot="1266809">
            <a:off x="4105584" y="2374314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53A38C02-B3D7-B2EA-4666-7D353628FE14}"/>
              </a:ext>
            </a:extLst>
          </p:cNvPr>
          <p:cNvSpPr>
            <a:spLocks noChangeAspect="1"/>
          </p:cNvSpPr>
          <p:nvPr/>
        </p:nvSpPr>
        <p:spPr>
          <a:xfrm>
            <a:off x="2837171" y="2086896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6CB6620-2367-74C9-187A-34ACDFFDBBCF}"/>
              </a:ext>
            </a:extLst>
          </p:cNvPr>
          <p:cNvSpPr>
            <a:spLocks noChangeAspect="1"/>
          </p:cNvSpPr>
          <p:nvPr/>
        </p:nvSpPr>
        <p:spPr>
          <a:xfrm>
            <a:off x="1808471" y="2902871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8C056C0-6DE7-4C77-9118-8FC31F5B1227}"/>
              </a:ext>
            </a:extLst>
          </p:cNvPr>
          <p:cNvSpPr>
            <a:spLocks noChangeAspect="1"/>
          </p:cNvSpPr>
          <p:nvPr/>
        </p:nvSpPr>
        <p:spPr>
          <a:xfrm>
            <a:off x="1808627" y="4199379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79908306-74E7-C1D7-1731-607FEC773420}"/>
              </a:ext>
            </a:extLst>
          </p:cNvPr>
          <p:cNvSpPr>
            <a:spLocks noChangeAspect="1"/>
          </p:cNvSpPr>
          <p:nvPr/>
        </p:nvSpPr>
        <p:spPr>
          <a:xfrm>
            <a:off x="2837171" y="5010797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2D74664D-F455-0246-5831-0C7D994EDFD4}"/>
              </a:ext>
            </a:extLst>
          </p:cNvPr>
          <p:cNvSpPr>
            <a:spLocks noChangeAspect="1"/>
          </p:cNvSpPr>
          <p:nvPr/>
        </p:nvSpPr>
        <p:spPr>
          <a:xfrm>
            <a:off x="4105584" y="4725047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菱形 54">
            <a:extLst>
              <a:ext uri="{FF2B5EF4-FFF2-40B4-BE49-F238E27FC236}">
                <a16:creationId xmlns:a16="http://schemas.microsoft.com/office/drawing/2014/main" id="{5E1AA5A3-F6C4-405E-D6C2-E9939C238540}"/>
              </a:ext>
            </a:extLst>
          </p:cNvPr>
          <p:cNvSpPr>
            <a:spLocks noChangeAspect="1"/>
          </p:cNvSpPr>
          <p:nvPr/>
        </p:nvSpPr>
        <p:spPr>
          <a:xfrm>
            <a:off x="3131628" y="3513367"/>
            <a:ext cx="180000" cy="180000"/>
          </a:xfrm>
          <a:prstGeom prst="diamond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10D1E77-1D17-F6A1-0DB6-C0259FAA0586}"/>
              </a:ext>
            </a:extLst>
          </p:cNvPr>
          <p:cNvCxnSpPr>
            <a:cxnSpLocks/>
            <a:stCxn id="48" idx="1"/>
            <a:endCxn id="49" idx="5"/>
          </p:cNvCxnSpPr>
          <p:nvPr/>
        </p:nvCxnSpPr>
        <p:spPr>
          <a:xfrm flipH="1" flipV="1">
            <a:off x="4181450" y="2477689"/>
            <a:ext cx="517667" cy="1067799"/>
          </a:xfrm>
          <a:prstGeom prst="line">
            <a:avLst/>
          </a:prstGeom>
          <a:ln w="28575">
            <a:solidFill>
              <a:srgbClr val="E6795C"/>
            </a:solidFill>
            <a:prstDash val="solid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E91BD8D-C6AB-363E-C4B0-D84A6C28CD04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 flipH="1">
            <a:off x="3220486" y="2427052"/>
            <a:ext cx="2451846" cy="1177946"/>
          </a:xfrm>
          <a:prstGeom prst="line">
            <a:avLst/>
          </a:prstGeom>
          <a:ln w="25400">
            <a:solidFill>
              <a:srgbClr val="266AA9"/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589D325-0688-4579-6D2D-33DC2718837B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4740444" y="2450319"/>
            <a:ext cx="921088" cy="1094679"/>
          </a:xfrm>
          <a:prstGeom prst="line">
            <a:avLst/>
          </a:prstGeom>
          <a:ln w="38100">
            <a:solidFill>
              <a:srgbClr val="B71D31"/>
            </a:solidFill>
            <a:prstDash val="solid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星形: 五角 70">
            <a:extLst>
              <a:ext uri="{FF2B5EF4-FFF2-40B4-BE49-F238E27FC236}">
                <a16:creationId xmlns:a16="http://schemas.microsoft.com/office/drawing/2014/main" id="{AC84E013-AAFB-B3CC-9D5B-EB6EA5992754}"/>
              </a:ext>
            </a:extLst>
          </p:cNvPr>
          <p:cNvSpPr>
            <a:spLocks noChangeAspect="1"/>
          </p:cNvSpPr>
          <p:nvPr/>
        </p:nvSpPr>
        <p:spPr>
          <a:xfrm>
            <a:off x="5580069" y="2307769"/>
            <a:ext cx="180000" cy="180000"/>
          </a:xfrm>
          <a:prstGeom prst="star5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6D5038C-D200-0A53-F756-767EA1C0ACA2}"/>
              </a:ext>
            </a:extLst>
          </p:cNvPr>
          <p:cNvCxnSpPr>
            <a:cxnSpLocks/>
          </p:cNvCxnSpPr>
          <p:nvPr/>
        </p:nvCxnSpPr>
        <p:spPr>
          <a:xfrm flipH="1">
            <a:off x="7337401" y="1911709"/>
            <a:ext cx="3677779" cy="1766923"/>
          </a:xfrm>
          <a:prstGeom prst="line">
            <a:avLst/>
          </a:prstGeom>
          <a:ln w="25400">
            <a:solidFill>
              <a:srgbClr val="266AA9"/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6F2B3F38-E568-A913-DEA3-BD87C2DD9CA6}"/>
              </a:ext>
            </a:extLst>
          </p:cNvPr>
          <p:cNvCxnSpPr>
            <a:cxnSpLocks/>
          </p:cNvCxnSpPr>
          <p:nvPr/>
        </p:nvCxnSpPr>
        <p:spPr>
          <a:xfrm flipH="1">
            <a:off x="8130640" y="1885276"/>
            <a:ext cx="2945512" cy="3334607"/>
          </a:xfrm>
          <a:prstGeom prst="line">
            <a:avLst/>
          </a:prstGeom>
          <a:ln w="38100">
            <a:solidFill>
              <a:srgbClr val="B71D31"/>
            </a:solidFill>
            <a:prstDash val="solid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星形: 五角 75">
            <a:extLst>
              <a:ext uri="{FF2B5EF4-FFF2-40B4-BE49-F238E27FC236}">
                <a16:creationId xmlns:a16="http://schemas.microsoft.com/office/drawing/2014/main" id="{AF217C6E-0482-C204-B68F-0C7E756692F0}"/>
              </a:ext>
            </a:extLst>
          </p:cNvPr>
          <p:cNvSpPr>
            <a:spLocks noChangeAspect="1"/>
          </p:cNvSpPr>
          <p:nvPr/>
        </p:nvSpPr>
        <p:spPr>
          <a:xfrm>
            <a:off x="10986152" y="1794784"/>
            <a:ext cx="180000" cy="180000"/>
          </a:xfrm>
          <a:prstGeom prst="star5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23173244-BCD4-2D2A-72C0-CF0B4D4E6802}"/>
              </a:ext>
            </a:extLst>
          </p:cNvPr>
          <p:cNvSpPr>
            <a:spLocks noChangeAspect="1"/>
          </p:cNvSpPr>
          <p:nvPr/>
        </p:nvSpPr>
        <p:spPr>
          <a:xfrm rot="1309233">
            <a:off x="8076639" y="5165883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FFECA141-56C1-350F-176B-E438D4F13694}"/>
              </a:ext>
            </a:extLst>
          </p:cNvPr>
          <p:cNvCxnSpPr>
            <a:cxnSpLocks/>
            <a:stCxn id="73" idx="1"/>
          </p:cNvCxnSpPr>
          <p:nvPr/>
        </p:nvCxnSpPr>
        <p:spPr>
          <a:xfrm flipH="1" flipV="1">
            <a:off x="7384057" y="3681519"/>
            <a:ext cx="725327" cy="1488723"/>
          </a:xfrm>
          <a:prstGeom prst="line">
            <a:avLst/>
          </a:prstGeom>
          <a:ln w="28575">
            <a:solidFill>
              <a:srgbClr val="E6795C"/>
            </a:solidFill>
            <a:prstDash val="solid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B49941B-6A2A-335C-1218-8B5D12BFC020}"/>
              </a:ext>
            </a:extLst>
          </p:cNvPr>
          <p:cNvGrpSpPr/>
          <p:nvPr/>
        </p:nvGrpSpPr>
        <p:grpSpPr>
          <a:xfrm>
            <a:off x="7493623" y="3550991"/>
            <a:ext cx="216278" cy="328654"/>
            <a:chOff x="7275908" y="3236666"/>
            <a:chExt cx="216278" cy="328654"/>
          </a:xfrm>
        </p:grpSpPr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6230AFB4-E9C7-D397-9D26-A5281D47D1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70018" y="3236666"/>
              <a:ext cx="114511" cy="235032"/>
            </a:xfrm>
            <a:prstGeom prst="line">
              <a:avLst/>
            </a:prstGeom>
            <a:ln w="22225">
              <a:solidFill>
                <a:schemeClr val="tx1"/>
              </a:solidFill>
              <a:prstDash val="solid"/>
              <a:headEnd type="none" w="sm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C6D80463-155E-589D-9B1F-D2F53531A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75908" y="3461413"/>
              <a:ext cx="216278" cy="103907"/>
            </a:xfrm>
            <a:prstGeom prst="line">
              <a:avLst/>
            </a:prstGeom>
            <a:ln w="22225">
              <a:solidFill>
                <a:schemeClr val="tx1"/>
              </a:solidFill>
              <a:prstDash val="solid"/>
              <a:headEnd type="none" w="sm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379DB407-A127-174B-10F5-CB7CD99551C4}"/>
              </a:ext>
            </a:extLst>
          </p:cNvPr>
          <p:cNvSpPr>
            <a:spLocks noChangeAspect="1"/>
          </p:cNvSpPr>
          <p:nvPr/>
        </p:nvSpPr>
        <p:spPr>
          <a:xfrm rot="1309233">
            <a:off x="7330057" y="3626075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2EE91C1C-E877-0EE0-5DC0-46E5970EC91F}"/>
                  </a:ext>
                </a:extLst>
              </p:cNvPr>
              <p:cNvSpPr txBox="1"/>
              <p:nvPr/>
            </p:nvSpPr>
            <p:spPr>
              <a:xfrm>
                <a:off x="7801898" y="5473335"/>
                <a:ext cx="13743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候选点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2EE91C1C-E877-0EE0-5DC0-46E5970EC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898" y="5473335"/>
                <a:ext cx="1374392" cy="369332"/>
              </a:xfrm>
              <a:prstGeom prst="rect">
                <a:avLst/>
              </a:prstGeom>
              <a:blipFill>
                <a:blip r:embed="rId3"/>
                <a:stretch>
                  <a:fillRect l="-13778" t="-33333" b="-4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4FA399B8-583D-F659-54B3-DAD8B4B2374A}"/>
                  </a:ext>
                </a:extLst>
              </p:cNvPr>
              <p:cNvSpPr txBox="1"/>
              <p:nvPr/>
            </p:nvSpPr>
            <p:spPr>
              <a:xfrm>
                <a:off x="6313715" y="3155343"/>
                <a:ext cx="13743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弦中点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4FA399B8-583D-F659-54B3-DAD8B4B23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715" y="3155343"/>
                <a:ext cx="1374392" cy="369332"/>
              </a:xfrm>
              <a:prstGeom prst="rect">
                <a:avLst/>
              </a:prstGeom>
              <a:blipFill>
                <a:blip r:embed="rId4"/>
                <a:stretch>
                  <a:fillRect l="-13778" t="-33333" r="-444" b="-4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E9FA8FFD-D707-A72A-6B52-3E53BD9F64DB}"/>
                  </a:ext>
                </a:extLst>
              </p:cNvPr>
              <p:cNvSpPr txBox="1"/>
              <p:nvPr/>
            </p:nvSpPr>
            <p:spPr>
              <a:xfrm>
                <a:off x="9325430" y="1474600"/>
                <a:ext cx="208988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极端恶劣点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E9FA8FFD-D707-A72A-6B52-3E53BD9F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430" y="1474600"/>
                <a:ext cx="2089889" cy="369332"/>
              </a:xfrm>
              <a:prstGeom prst="rect">
                <a:avLst/>
              </a:prstGeom>
              <a:blipFill>
                <a:blip r:embed="rId5"/>
                <a:stretch>
                  <a:fillRect l="-9038" t="-33333" b="-4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2695C973-C595-833F-E3F5-56CE43844204}"/>
                  </a:ext>
                </a:extLst>
              </p:cNvPr>
              <p:cNvSpPr txBox="1"/>
              <p:nvPr/>
            </p:nvSpPr>
            <p:spPr>
              <a:xfrm>
                <a:off x="6102125" y="4643018"/>
                <a:ext cx="1711318" cy="5238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𝐴𝐻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2695C973-C595-833F-E3F5-56CE43844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125" y="4643018"/>
                <a:ext cx="1711318" cy="5238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523613D1-40CE-4332-EA4C-290FF69873B8}"/>
                  </a:ext>
                </a:extLst>
              </p:cNvPr>
              <p:cNvSpPr txBox="1"/>
              <p:nvPr/>
            </p:nvSpPr>
            <p:spPr>
              <a:xfrm>
                <a:off x="6729983" y="2208811"/>
                <a:ext cx="2731110" cy="523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𝐻𝑃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1800 −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523613D1-40CE-4332-EA4C-290FF698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983" y="2208811"/>
                <a:ext cx="2731110" cy="5238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39DCFF41-BD00-10D3-311F-7927B082F3E6}"/>
                  </a:ext>
                </a:extLst>
              </p:cNvPr>
              <p:cNvSpPr txBox="1"/>
              <p:nvPr/>
            </p:nvSpPr>
            <p:spPr>
              <a:xfrm>
                <a:off x="9176290" y="4116750"/>
                <a:ext cx="2731110" cy="3812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39DCFF41-BD00-10D3-311F-7927B082F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290" y="4116750"/>
                <a:ext cx="2731110" cy="3812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03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878C3A80-1779-684D-C501-3042180FD19F}"/>
              </a:ext>
            </a:extLst>
          </p:cNvPr>
          <p:cNvCxnSpPr>
            <a:cxnSpLocks/>
            <a:stCxn id="34" idx="3"/>
            <a:endCxn id="75" idx="1"/>
          </p:cNvCxnSpPr>
          <p:nvPr/>
        </p:nvCxnSpPr>
        <p:spPr>
          <a:xfrm flipH="1" flipV="1">
            <a:off x="1797060" y="3344206"/>
            <a:ext cx="4039318" cy="16317"/>
          </a:xfrm>
          <a:prstGeom prst="line">
            <a:avLst/>
          </a:prstGeom>
          <a:noFill/>
          <a:ln w="38100" cmpd="sng">
            <a:gradFill>
              <a:gsLst>
                <a:gs pos="0">
                  <a:srgbClr val="B71D31">
                    <a:lumMod val="57000"/>
                    <a:lumOff val="43000"/>
                    <a:alpha val="30000"/>
                  </a:srgbClr>
                </a:gs>
                <a:gs pos="100000">
                  <a:srgbClr val="B71D31">
                    <a:lumMod val="64000"/>
                    <a:lumOff val="36000"/>
                  </a:srgbClr>
                </a:gs>
                <a:gs pos="68000">
                  <a:srgbClr val="266AA9">
                    <a:lumMod val="72000"/>
                    <a:lumOff val="28000"/>
                    <a:alpha val="40000"/>
                  </a:srgbClr>
                </a:gs>
                <a:gs pos="47000">
                  <a:srgbClr val="266AA9">
                    <a:lumMod val="53000"/>
                    <a:lumOff val="47000"/>
                    <a:alpha val="42000"/>
                  </a:srgbClr>
                </a:gs>
              </a:gsLst>
              <a:lin ang="0" scaled="0"/>
            </a:gradFill>
            <a:headEnd type="triangle" w="lg" len="lg"/>
            <a:tailEnd type="none" w="lg" len="lg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CC0DC32-F8C8-A89E-DAEF-B3E437ED6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5354" y="-7845425"/>
            <a:ext cx="7122841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B9B709-5DC2-7AD4-6C78-11745110C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011" y="-8069167"/>
            <a:ext cx="734175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F6294F7-2087-B907-0759-406EBC4E6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6516" y="-8367107"/>
            <a:ext cx="7338767" cy="6858000"/>
          </a:xfrm>
          <a:prstGeom prst="rect">
            <a:avLst/>
          </a:prstGeom>
        </p:spPr>
      </p:pic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F97DD265-20E3-BE53-65E1-602F2BC207AA}"/>
              </a:ext>
            </a:extLst>
          </p:cNvPr>
          <p:cNvGrpSpPr/>
          <p:nvPr/>
        </p:nvGrpSpPr>
        <p:grpSpPr>
          <a:xfrm>
            <a:off x="3896470" y="1395778"/>
            <a:ext cx="3866434" cy="3920090"/>
            <a:chOff x="-883803" y="449974"/>
            <a:chExt cx="5849964" cy="5931148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D6D8992-80AA-4571-45CC-8E593D131C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06007" y="743344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73B2DC0-15C9-A7A6-D22C-1FC197DA53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739839" y="705236"/>
              <a:ext cx="5400000" cy="5400000"/>
            </a:xfrm>
            <a:prstGeom prst="ellipse">
              <a:avLst/>
            </a:prstGeom>
            <a:noFill/>
            <a:ln w="25400" cmpd="thickThin">
              <a:gradFill>
                <a:gsLst>
                  <a:gs pos="0">
                    <a:srgbClr val="B71D31">
                      <a:lumMod val="88000"/>
                      <a:lumOff val="12000"/>
                    </a:srgbClr>
                  </a:gs>
                  <a:gs pos="100000">
                    <a:srgbClr val="B71D31">
                      <a:lumMod val="76000"/>
                      <a:lumOff val="24000"/>
                    </a:srgbClr>
                  </a:gs>
                  <a:gs pos="68000">
                    <a:srgbClr val="266AA9"/>
                  </a:gs>
                  <a:gs pos="33000">
                    <a:srgbClr val="266AA9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488560B-5665-E111-5DC8-9E1D2221D9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836" y="1918642"/>
              <a:ext cx="3006000" cy="3006000"/>
            </a:xfrm>
            <a:prstGeom prst="ellipse">
              <a:avLst/>
            </a:prstGeom>
            <a:noFill/>
            <a:ln w="9525"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033E0F4-40E2-46CF-663F-DA3255EA28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037" y="449974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6B8AA3A-607C-17A5-16FC-28E950A573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83803" y="1249167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F008B4C-BE45-4204-FA2E-2C310F3530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80656" y="2576039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D4826C2-357B-A341-7A43-901ED4D2FC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60161" y="1921290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0B0FA0A-91EC-B26C-8CAB-A1D2BC487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5207" y="3081129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FEEC1F9-20E0-2672-643B-B855411D38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037" y="3375122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8F9EFCB-A894-C553-70D6-E5365E46C7AA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3406047" y="336042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DE4B5231-0E74-1ADF-A5F6-3E8927083271}"/>
                </a:ext>
              </a:extLst>
            </p:cNvPr>
            <p:cNvSpPr>
              <a:spLocks noChangeAspect="1"/>
            </p:cNvSpPr>
            <p:nvPr/>
          </p:nvSpPr>
          <p:spPr>
            <a:xfrm rot="1266809">
              <a:off x="2845259" y="2193606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4230FCE-ABCF-20FE-599D-0FF4E6AE68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6846" y="1906188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2BB2F8DF-375D-9DF4-2510-3D260AD84E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146" y="2722163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3B82FAB-C00B-C075-87DA-3BDF8F308D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302" y="401867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FC578043-E012-5CB1-7772-8558936D85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6846" y="4830089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C155A7B9-D76A-9EA5-A71A-0F712351CA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5259" y="4544339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菱形 33">
              <a:extLst>
                <a:ext uri="{FF2B5EF4-FFF2-40B4-BE49-F238E27FC236}">
                  <a16:creationId xmlns:a16="http://schemas.microsoft.com/office/drawing/2014/main" id="{49FFE71C-5CB3-814F-22E0-D185AC5D1E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71303" y="3332659"/>
              <a:ext cx="180000" cy="180000"/>
            </a:xfrm>
            <a:prstGeom prst="diamond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FD9A2307-769E-CB3C-B26E-E4E667791320}"/>
              </a:ext>
            </a:extLst>
          </p:cNvPr>
          <p:cNvGrpSpPr/>
          <p:nvPr/>
        </p:nvGrpSpPr>
        <p:grpSpPr>
          <a:xfrm>
            <a:off x="7915957" y="1192585"/>
            <a:ext cx="4312678" cy="4363319"/>
            <a:chOff x="-6856894" y="610557"/>
            <a:chExt cx="5346369" cy="5409148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B7B20E5D-51D1-4106-ED53-DC8ACF2F19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567084" y="903927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48800103-9DF6-E029-EB71-83EF31FD42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494695" y="1034707"/>
              <a:ext cx="4464000" cy="4464000"/>
            </a:xfrm>
            <a:prstGeom prst="ellipse">
              <a:avLst/>
            </a:prstGeom>
            <a:noFill/>
            <a:ln w="25400" cmpd="thickThin">
              <a:gradFill>
                <a:gsLst>
                  <a:gs pos="0">
                    <a:srgbClr val="B71D31">
                      <a:lumMod val="88000"/>
                      <a:lumOff val="12000"/>
                    </a:srgbClr>
                  </a:gs>
                  <a:gs pos="100000">
                    <a:srgbClr val="B71D31">
                      <a:lumMod val="76000"/>
                      <a:lumOff val="24000"/>
                    </a:srgbClr>
                  </a:gs>
                  <a:gs pos="68000">
                    <a:srgbClr val="266AA9"/>
                  </a:gs>
                  <a:gs pos="33000">
                    <a:srgbClr val="266AA9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62F1C4FE-4585-8A0A-70A5-E7D6AA34E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758525" y="1778235"/>
              <a:ext cx="3006000" cy="3006000"/>
            </a:xfrm>
            <a:prstGeom prst="ellipse">
              <a:avLst/>
            </a:prstGeom>
            <a:noFill/>
            <a:ln w="9525"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D1955CDD-90AD-053A-0CEC-BD82D2A812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851054" y="610557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0E51DEED-E231-DD34-7E7E-5C409575D3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856894" y="1409750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29FF02D-1568-718C-F348-FF75B77255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853747" y="2736622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CB783AB1-0D55-AE27-4D1E-E6613B13D5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3994525" y="2039235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C7ADFC1F-6030-5482-E059-9D27185367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577884" y="3241712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C1B093D-4E89-C138-E7D0-D2F95AAEE7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851054" y="3535705"/>
              <a:ext cx="2484000" cy="2484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1FB45AEF-5147-C5AF-05E2-9E9454763D16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-2806439" y="3220014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4D3EEC5A-FBCD-3104-4F7C-4B82114B59D2}"/>
                </a:ext>
              </a:extLst>
            </p:cNvPr>
            <p:cNvSpPr>
              <a:spLocks noChangeAspect="1"/>
            </p:cNvSpPr>
            <p:nvPr/>
          </p:nvSpPr>
          <p:spPr>
            <a:xfrm rot="1266809">
              <a:off x="-3383102" y="2053199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7D51FDB-4D10-3487-E42F-2039741757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51515" y="176578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82F1B77E-79DB-8035-10ED-C219D7DB8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680215" y="2581756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95F96B24-2F99-5093-BAFA-D0558F6640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5680059" y="3878264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19779FC9-6EE9-0B3E-0D5C-941AA38F4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51515" y="4689682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2C4682B3-C8D2-87F0-3CE5-BCCFC9B74F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3383102" y="4403932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菱形 54">
              <a:extLst>
                <a:ext uri="{FF2B5EF4-FFF2-40B4-BE49-F238E27FC236}">
                  <a16:creationId xmlns:a16="http://schemas.microsoft.com/office/drawing/2014/main" id="{002D4665-9AF2-20F6-A74C-D4310D6E07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7058" y="3192252"/>
              <a:ext cx="180000" cy="180000"/>
            </a:xfrm>
            <a:prstGeom prst="diamond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椭圆 75">
            <a:extLst>
              <a:ext uri="{FF2B5EF4-FFF2-40B4-BE49-F238E27FC236}">
                <a16:creationId xmlns:a16="http://schemas.microsoft.com/office/drawing/2014/main" id="{11ABF825-DA62-69B1-9EEA-3EB1F58F667D}"/>
              </a:ext>
            </a:extLst>
          </p:cNvPr>
          <p:cNvSpPr>
            <a:spLocks noChangeAspect="1"/>
          </p:cNvSpPr>
          <p:nvPr/>
        </p:nvSpPr>
        <p:spPr>
          <a:xfrm>
            <a:off x="8106827" y="-7350220"/>
            <a:ext cx="5508000" cy="5508000"/>
          </a:xfrm>
          <a:prstGeom prst="ellipse">
            <a:avLst/>
          </a:prstGeom>
          <a:noFill/>
          <a:ln w="25400" cmpd="thickThin">
            <a:gradFill>
              <a:gsLst>
                <a:gs pos="0">
                  <a:srgbClr val="B71D31">
                    <a:lumMod val="88000"/>
                    <a:lumOff val="12000"/>
                  </a:srgbClr>
                </a:gs>
                <a:gs pos="100000">
                  <a:srgbClr val="B71D31">
                    <a:lumMod val="76000"/>
                    <a:lumOff val="24000"/>
                  </a:srgbClr>
                </a:gs>
                <a:gs pos="68000">
                  <a:srgbClr val="266AA9"/>
                </a:gs>
                <a:gs pos="33000">
                  <a:srgbClr val="266AA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BF29A5F1-245C-6C6D-D006-D38CDAD49CC2}"/>
              </a:ext>
            </a:extLst>
          </p:cNvPr>
          <p:cNvSpPr>
            <a:spLocks noChangeAspect="1"/>
          </p:cNvSpPr>
          <p:nvPr/>
        </p:nvSpPr>
        <p:spPr>
          <a:xfrm>
            <a:off x="9800293" y="-5912821"/>
            <a:ext cx="2448000" cy="2448000"/>
          </a:xfrm>
          <a:prstGeom prst="ellipse">
            <a:avLst/>
          </a:prstGeom>
          <a:noFill/>
          <a:ln w="9525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D7B7B4-606B-A1EE-E9A8-DEC971D4C559}"/>
              </a:ext>
            </a:extLst>
          </p:cNvPr>
          <p:cNvSpPr>
            <a:spLocks noChangeAspect="1"/>
          </p:cNvSpPr>
          <p:nvPr/>
        </p:nvSpPr>
        <p:spPr>
          <a:xfrm>
            <a:off x="10679486" y="-3561603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C3FAE013-3FC2-6264-4558-97DC8E22F75C}"/>
              </a:ext>
            </a:extLst>
          </p:cNvPr>
          <p:cNvSpPr>
            <a:spLocks noChangeAspect="1"/>
          </p:cNvSpPr>
          <p:nvPr/>
        </p:nvSpPr>
        <p:spPr>
          <a:xfrm>
            <a:off x="11726202" y="-3775915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F0FC643E-C397-7E13-A2D7-B4012CEB1269}"/>
              </a:ext>
            </a:extLst>
          </p:cNvPr>
          <p:cNvSpPr>
            <a:spLocks noChangeAspect="1"/>
          </p:cNvSpPr>
          <p:nvPr/>
        </p:nvSpPr>
        <p:spPr>
          <a:xfrm>
            <a:off x="12192000" y="-4742821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50F6BB26-DD02-7376-27FD-B03C963B10E5}"/>
              </a:ext>
            </a:extLst>
          </p:cNvPr>
          <p:cNvSpPr>
            <a:spLocks noChangeAspect="1"/>
          </p:cNvSpPr>
          <p:nvPr/>
        </p:nvSpPr>
        <p:spPr>
          <a:xfrm>
            <a:off x="9864443" y="-5268522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A3CAB4E-6D84-6535-7915-FA2864A3DC45}"/>
              </a:ext>
            </a:extLst>
          </p:cNvPr>
          <p:cNvSpPr>
            <a:spLocks noChangeAspect="1"/>
          </p:cNvSpPr>
          <p:nvPr/>
        </p:nvSpPr>
        <p:spPr>
          <a:xfrm>
            <a:off x="9872124" y="-4204813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37C74AD5-E935-DA35-7BCF-0C9DC25C4741}"/>
              </a:ext>
            </a:extLst>
          </p:cNvPr>
          <p:cNvSpPr>
            <a:spLocks noChangeAspect="1"/>
          </p:cNvSpPr>
          <p:nvPr/>
        </p:nvSpPr>
        <p:spPr>
          <a:xfrm>
            <a:off x="10687703" y="-5930928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6541607B-6975-4B4C-7250-35A12CC5A475}"/>
              </a:ext>
            </a:extLst>
          </p:cNvPr>
          <p:cNvSpPr>
            <a:spLocks noChangeAspect="1"/>
          </p:cNvSpPr>
          <p:nvPr/>
        </p:nvSpPr>
        <p:spPr>
          <a:xfrm>
            <a:off x="11733302" y="-5697566"/>
            <a:ext cx="108000" cy="108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866B0CC-D395-13F8-2538-E41CF1A6E5F9}"/>
              </a:ext>
            </a:extLst>
          </p:cNvPr>
          <p:cNvSpPr>
            <a:spLocks noChangeAspect="1"/>
          </p:cNvSpPr>
          <p:nvPr/>
        </p:nvSpPr>
        <p:spPr>
          <a:xfrm>
            <a:off x="9638367" y="-5806033"/>
            <a:ext cx="2448000" cy="2448000"/>
          </a:xfrm>
          <a:prstGeom prst="ellipse">
            <a:avLst/>
          </a:prstGeom>
          <a:noFill/>
          <a:ln w="9525"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F041E7C2-F116-1914-F3EF-524BCD721F0F}"/>
              </a:ext>
            </a:extLst>
          </p:cNvPr>
          <p:cNvGrpSpPr/>
          <p:nvPr/>
        </p:nvGrpSpPr>
        <p:grpSpPr>
          <a:xfrm>
            <a:off x="79466" y="1571933"/>
            <a:ext cx="3563703" cy="3563703"/>
            <a:chOff x="6299590" y="658766"/>
            <a:chExt cx="5508000" cy="5508000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8702D7E4-5577-2C4B-F387-889C49F13A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23443" y="937506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010EF570-DD48-BFC1-0082-73BB15B688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99590" y="658766"/>
              <a:ext cx="5508000" cy="5508000"/>
            </a:xfrm>
            <a:prstGeom prst="ellipse">
              <a:avLst/>
            </a:prstGeom>
            <a:noFill/>
            <a:ln w="25400" cmpd="thickThin">
              <a:gradFill>
                <a:gsLst>
                  <a:gs pos="0">
                    <a:srgbClr val="B71D31">
                      <a:lumMod val="88000"/>
                      <a:lumOff val="12000"/>
                    </a:srgbClr>
                  </a:gs>
                  <a:gs pos="100000">
                    <a:srgbClr val="B71D31">
                      <a:lumMod val="76000"/>
                      <a:lumOff val="24000"/>
                    </a:srgbClr>
                  </a:gs>
                  <a:gs pos="68000">
                    <a:srgbClr val="266AA9"/>
                  </a:gs>
                  <a:gs pos="33000">
                    <a:srgbClr val="266AA9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D2A7AFA5-CCD1-6A19-08A4-B42C16556A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0577" y="695546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26F33CD7-BE34-8F64-EB31-8043AADA77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23182" y="1370378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121EFB12-F582-7EBF-1630-27A2A39DF9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0863" y="2464963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E611021-DD97-4781-AEA7-BF77E3DBC8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8977" y="1894960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4B474809-5F8B-B561-F97D-B7261BA934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33860" y="2895231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D5C1ADB2-8CA7-0842-574D-B1B3D2C9A5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3577" y="3110292"/>
              <a:ext cx="3006000" cy="3006000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菱形 74">
              <a:extLst>
                <a:ext uri="{FF2B5EF4-FFF2-40B4-BE49-F238E27FC236}">
                  <a16:creationId xmlns:a16="http://schemas.microsoft.com/office/drawing/2014/main" id="{6A7BD1C0-02E7-E2D2-767C-B35D6A699C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54274" y="3307960"/>
              <a:ext cx="180000" cy="180000"/>
            </a:xfrm>
            <a:prstGeom prst="diamond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2ADFC7C2-8DFA-7535-B887-A73F71D09C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20384" y="2174125"/>
              <a:ext cx="2448000" cy="2448000"/>
            </a:xfrm>
            <a:prstGeom prst="ellipse">
              <a:avLst/>
            </a:prstGeom>
            <a:noFill/>
            <a:ln w="9525"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649C0000-1CBE-A2BD-39A2-CA053E4D0A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99577" y="4525343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C217EF8-5C75-9C0F-D96A-55AE8C4FCD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6293" y="431103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BA3EBB-C474-5D68-0461-8FA6EA8206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12091" y="3344125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233B5007-607C-1271-6FA0-8389AE8894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4534" y="2818424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BFA7DE9E-F9C8-406F-7A53-4881948517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2215" y="3882133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4747B777-2510-EC93-21CC-8350260CB4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7794" y="2156018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065573C4-C51B-30C0-01C0-A6F46F5D99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53393" y="2389380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0" name="梯形 129">
            <a:extLst>
              <a:ext uri="{FF2B5EF4-FFF2-40B4-BE49-F238E27FC236}">
                <a16:creationId xmlns:a16="http://schemas.microsoft.com/office/drawing/2014/main" id="{40A771BB-2EE2-8E09-086C-29ADCB95C477}"/>
              </a:ext>
            </a:extLst>
          </p:cNvPr>
          <p:cNvSpPr/>
          <p:nvPr/>
        </p:nvSpPr>
        <p:spPr>
          <a:xfrm rot="5400000">
            <a:off x="4209794" y="4095374"/>
            <a:ext cx="432111" cy="3632002"/>
          </a:xfrm>
          <a:prstGeom prst="trapezoid">
            <a:avLst>
              <a:gd name="adj" fmla="val 12622"/>
            </a:avLst>
          </a:prstGeom>
          <a:gradFill flip="none" rotWithShape="1">
            <a:gsLst>
              <a:gs pos="2128">
                <a:schemeClr val="bg1">
                  <a:alpha val="56000"/>
                </a:schemeClr>
              </a:gs>
              <a:gs pos="43000">
                <a:srgbClr val="B41B2F">
                  <a:lumMod val="47000"/>
                  <a:lumOff val="53000"/>
                  <a:alpha val="51000"/>
                </a:srgbClr>
              </a:gs>
              <a:gs pos="100000">
                <a:srgbClr val="266AA9">
                  <a:alpha val="64000"/>
                </a:srgbClr>
              </a:gs>
            </a:gsLst>
            <a:lin ang="5400000" scaled="1"/>
            <a:tileRect/>
          </a:gradFill>
          <a:ln>
            <a:noFill/>
          </a:ln>
          <a:effectLst>
            <a:reflection blurRad="6350" stA="70000" endPos="33000" dir="5400000" sy="-100000" algn="bl" rotWithShape="0"/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50800" dist="50800" dir="5400000" sx="2000" sy="2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96B0D04D-7434-DE1D-E139-983BC1672365}"/>
              </a:ext>
            </a:extLst>
          </p:cNvPr>
          <p:cNvSpPr>
            <a:spLocks noChangeAspect="1"/>
          </p:cNvSpPr>
          <p:nvPr/>
        </p:nvSpPr>
        <p:spPr>
          <a:xfrm>
            <a:off x="9247919" y="5777883"/>
            <a:ext cx="144000" cy="144000"/>
          </a:xfrm>
          <a:prstGeom prst="ellipse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D84BC5DA-608A-3B49-F3A3-284EAA3920F8}"/>
              </a:ext>
            </a:extLst>
          </p:cNvPr>
          <p:cNvSpPr>
            <a:spLocks noChangeAspect="1"/>
          </p:cNvSpPr>
          <p:nvPr/>
        </p:nvSpPr>
        <p:spPr>
          <a:xfrm>
            <a:off x="6858058" y="5749997"/>
            <a:ext cx="216000" cy="216000"/>
          </a:xfrm>
          <a:prstGeom prst="diamond">
            <a:avLst/>
          </a:prstGeom>
          <a:solidFill>
            <a:srgbClr val="E6795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0448256E-6D38-74A3-0BCE-A992D6738444}"/>
              </a:ext>
            </a:extLst>
          </p:cNvPr>
          <p:cNvSpPr txBox="1"/>
          <p:nvPr/>
        </p:nvSpPr>
        <p:spPr>
          <a:xfrm>
            <a:off x="9436191" y="5677960"/>
            <a:ext cx="16980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外围扫描点</a:t>
            </a:r>
            <a:endParaRPr lang="en-US" altLang="zh-CN" sz="2400" b="0" dirty="0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7F3342-1A36-42B0-A5DB-E31FD7326095}"/>
              </a:ext>
            </a:extLst>
          </p:cNvPr>
          <p:cNvSpPr txBox="1"/>
          <p:nvPr/>
        </p:nvSpPr>
        <p:spPr>
          <a:xfrm>
            <a:off x="7170808" y="5677960"/>
            <a:ext cx="16980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中心扫描点</a:t>
            </a:r>
            <a:endParaRPr lang="en-US" altLang="zh-CN" sz="2400" b="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5B8F7781-3393-D646-FC7B-6C1A658E64EE}"/>
              </a:ext>
            </a:extLst>
          </p:cNvPr>
          <p:cNvSpPr txBox="1"/>
          <p:nvPr/>
        </p:nvSpPr>
        <p:spPr>
          <a:xfrm>
            <a:off x="922490" y="5745105"/>
            <a:ext cx="20483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覆盖置信度</a:t>
            </a:r>
            <a:endParaRPr lang="en-US" altLang="zh-CN" sz="2400" b="0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3062720-66BC-C969-B593-17BD3524A8F8}"/>
              </a:ext>
            </a:extLst>
          </p:cNvPr>
          <p:cNvSpPr txBox="1"/>
          <p:nvPr/>
        </p:nvSpPr>
        <p:spPr>
          <a:xfrm>
            <a:off x="3547045" y="845809"/>
            <a:ext cx="433957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86587A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均匀取点全覆盖方案示意图</a:t>
            </a:r>
            <a:endParaRPr lang="en-US" altLang="zh-CN" sz="2800" dirty="0">
              <a:solidFill>
                <a:srgbClr val="86587A"/>
              </a:solidFill>
            </a:endParaRPr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6D5E5FB6-70A4-244E-704C-999CB742659A}"/>
              </a:ext>
            </a:extLst>
          </p:cNvPr>
          <p:cNvCxnSpPr>
            <a:cxnSpLocks/>
          </p:cNvCxnSpPr>
          <p:nvPr/>
        </p:nvCxnSpPr>
        <p:spPr>
          <a:xfrm flipV="1">
            <a:off x="5988468" y="3353785"/>
            <a:ext cx="3927186" cy="4076"/>
          </a:xfrm>
          <a:prstGeom prst="line">
            <a:avLst/>
          </a:prstGeom>
          <a:noFill/>
          <a:ln w="38100" cmpd="sng">
            <a:gradFill>
              <a:gsLst>
                <a:gs pos="0">
                  <a:srgbClr val="B71D31">
                    <a:lumMod val="57000"/>
                    <a:lumOff val="43000"/>
                    <a:alpha val="30000"/>
                  </a:srgbClr>
                </a:gs>
                <a:gs pos="100000">
                  <a:srgbClr val="B71D31">
                    <a:lumMod val="64000"/>
                    <a:lumOff val="36000"/>
                  </a:srgbClr>
                </a:gs>
                <a:gs pos="68000">
                  <a:srgbClr val="266AA9">
                    <a:lumMod val="72000"/>
                    <a:lumOff val="28000"/>
                    <a:alpha val="40000"/>
                  </a:srgbClr>
                </a:gs>
                <a:gs pos="47000">
                  <a:srgbClr val="266AA9">
                    <a:lumMod val="53000"/>
                    <a:lumOff val="47000"/>
                    <a:alpha val="42000"/>
                  </a:srgbClr>
                </a:gs>
              </a:gsLst>
              <a:lin ang="0" scaled="0"/>
            </a:gradFill>
            <a:tailEnd type="triangle" w="lg" len="lg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4B60AFD9-58A3-D5A5-F1BC-0A215BFEAC08}"/>
              </a:ext>
            </a:extLst>
          </p:cNvPr>
          <p:cNvSpPr txBox="1"/>
          <p:nvPr/>
        </p:nvSpPr>
        <p:spPr>
          <a:xfrm>
            <a:off x="34122" y="-3550"/>
            <a:ext cx="5125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86587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局部可行域逐步收缩图</a:t>
            </a:r>
          </a:p>
        </p:txBody>
      </p:sp>
    </p:spTree>
    <p:extLst>
      <p:ext uri="{BB962C8B-B14F-4D97-AF65-F5344CB8AC3E}">
        <p14:creationId xmlns:p14="http://schemas.microsoft.com/office/powerpoint/2010/main" val="2483150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8C8187-6ABF-7958-2EE2-CD98D8E7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64529" y="-2302506"/>
            <a:ext cx="8127746" cy="10175807"/>
          </a:xfrm>
          <a:prstGeom prst="rect">
            <a:avLst/>
          </a:prstGeom>
        </p:spPr>
      </p:pic>
      <p:grpSp>
        <p:nvGrpSpPr>
          <p:cNvPr id="93" name="组合 92">
            <a:extLst>
              <a:ext uri="{FF2B5EF4-FFF2-40B4-BE49-F238E27FC236}">
                <a16:creationId xmlns:a16="http://schemas.microsoft.com/office/drawing/2014/main" id="{EE5367E8-412B-DDF0-7BCC-485CD18B56F1}"/>
              </a:ext>
            </a:extLst>
          </p:cNvPr>
          <p:cNvGrpSpPr/>
          <p:nvPr/>
        </p:nvGrpSpPr>
        <p:grpSpPr>
          <a:xfrm>
            <a:off x="1629700" y="295275"/>
            <a:ext cx="6124575" cy="6124575"/>
            <a:chOff x="2610775" y="0"/>
            <a:chExt cx="7362000" cy="7362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A5CFA68-87C9-D44A-CC0F-B5774B6D26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10775" y="0"/>
              <a:ext cx="7362000" cy="7362000"/>
            </a:xfrm>
            <a:prstGeom prst="ellipse">
              <a:avLst/>
            </a:prstGeom>
            <a:solidFill>
              <a:srgbClr val="266AA9">
                <a:alpha val="13000"/>
              </a:srgb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E5C898C7-D038-7985-CD09-B063475A3210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 flipH="1" flipV="1">
              <a:off x="4959261" y="3073164"/>
              <a:ext cx="767711" cy="1133709"/>
            </a:xfrm>
            <a:prstGeom prst="line">
              <a:avLst/>
            </a:prstGeom>
            <a:ln w="53975">
              <a:solidFill>
                <a:schemeClr val="accent5">
                  <a:lumMod val="50000"/>
                </a:schemeClr>
              </a:solidFill>
              <a:prstDash val="solid"/>
              <a:headEnd type="none" w="sm" len="med"/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EA54F45-3C83-FF13-9B82-C3577D23451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454907" y="913606"/>
              <a:ext cx="126000" cy="126000"/>
            </a:xfrm>
            <a:prstGeom prst="ellipse">
              <a:avLst/>
            </a:prstGeom>
            <a:solidFill>
              <a:srgbClr val="266AA9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B4C4A42-FAF1-3246-565D-04EE5379475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764720" y="2055048"/>
              <a:ext cx="126000" cy="126000"/>
            </a:xfrm>
            <a:prstGeom prst="ellipse">
              <a:avLst/>
            </a:prstGeom>
            <a:solidFill>
              <a:srgbClr val="266AA9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AA63110-100A-6744-7E12-98E3504D393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929405" y="1764214"/>
              <a:ext cx="126000" cy="126000"/>
            </a:xfrm>
            <a:prstGeom prst="ellipse">
              <a:avLst/>
            </a:prstGeom>
            <a:solidFill>
              <a:srgbClr val="266AA9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C584ED6-E22E-985C-D26D-C4992385A89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012538" y="5893301"/>
              <a:ext cx="126000" cy="126000"/>
            </a:xfrm>
            <a:prstGeom prst="ellipse">
              <a:avLst/>
            </a:prstGeom>
            <a:solidFill>
              <a:srgbClr val="266AA9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53E27DED-1E6D-D88E-5A76-3F71332986C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092768" y="6469562"/>
              <a:ext cx="126000" cy="126000"/>
            </a:xfrm>
            <a:prstGeom prst="ellipse">
              <a:avLst/>
            </a:prstGeom>
            <a:solidFill>
              <a:srgbClr val="266AA9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C482119-CA64-FBDA-AE8F-06BE05BC7B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9832" y="1012825"/>
              <a:ext cx="2292350" cy="784225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09EBABA-BF68-85DD-C72F-D87F575915E7}"/>
                </a:ext>
              </a:extLst>
            </p:cNvPr>
            <p:cNvCxnSpPr>
              <a:cxnSpLocks/>
            </p:cNvCxnSpPr>
            <p:nvPr/>
          </p:nvCxnSpPr>
          <p:spPr>
            <a:xfrm>
              <a:off x="6580907" y="1098550"/>
              <a:ext cx="1193988" cy="2085975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56B2D03-6D8E-0983-676F-C3455765D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0291" y="2185811"/>
              <a:ext cx="883481" cy="1003477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等腰三角形 35">
              <a:extLst>
                <a:ext uri="{FF2B5EF4-FFF2-40B4-BE49-F238E27FC236}">
                  <a16:creationId xmlns:a16="http://schemas.microsoft.com/office/drawing/2014/main" id="{E08DBD36-D03A-BAE9-898C-71992FC00E6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786167" y="2900070"/>
              <a:ext cx="173094" cy="173094"/>
            </a:xfrm>
            <a:prstGeom prst="triangle">
              <a:avLst/>
            </a:prstGeom>
            <a:solidFill>
              <a:srgbClr val="FF9E74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6810C0CB-8FA7-A08C-7B69-31C37B928DF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737102" y="3133003"/>
              <a:ext cx="173094" cy="173094"/>
            </a:xfrm>
            <a:prstGeom prst="triangle">
              <a:avLst/>
            </a:prstGeom>
            <a:solidFill>
              <a:srgbClr val="FF9E74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7437342-6D64-4F03-EF51-C074D49BCAFC}"/>
                </a:ext>
              </a:extLst>
            </p:cNvPr>
            <p:cNvCxnSpPr>
              <a:cxnSpLocks/>
              <a:stCxn id="14" idx="5"/>
              <a:endCxn id="17" idx="1"/>
            </p:cNvCxnSpPr>
            <p:nvPr/>
          </p:nvCxnSpPr>
          <p:spPr>
            <a:xfrm flipH="1">
              <a:off x="7200316" y="4776887"/>
              <a:ext cx="1730491" cy="1711127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prstDash val="dash"/>
              <a:headEnd type="none" w="sm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8EB7550-AD52-475D-228A-2EC16CF8ACA8}"/>
                </a:ext>
              </a:extLst>
            </p:cNvPr>
            <p:cNvCxnSpPr>
              <a:cxnSpLocks/>
            </p:cNvCxnSpPr>
            <p:nvPr/>
          </p:nvCxnSpPr>
          <p:spPr>
            <a:xfrm>
              <a:off x="8827720" y="2227587"/>
              <a:ext cx="147635" cy="2395213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0F73B0D-7DE7-1099-E2E7-364AD6D62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92432" y="4808538"/>
              <a:ext cx="517894" cy="703909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D47502C-3EC0-C983-5CC7-59C0C17484E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912355" y="4669339"/>
              <a:ext cx="126000" cy="126000"/>
            </a:xfrm>
            <a:prstGeom prst="ellipse">
              <a:avLst/>
            </a:prstGeom>
            <a:solidFill>
              <a:srgbClr val="266AA9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加号 49">
              <a:extLst>
                <a:ext uri="{FF2B5EF4-FFF2-40B4-BE49-F238E27FC236}">
                  <a16:creationId xmlns:a16="http://schemas.microsoft.com/office/drawing/2014/main" id="{268E0851-D22B-B2AA-0264-3BF456AF158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217394" y="5468986"/>
              <a:ext cx="259641" cy="259641"/>
            </a:xfrm>
            <a:prstGeom prst="mathPlus">
              <a:avLst/>
            </a:prstGeom>
            <a:solidFill>
              <a:srgbClr val="92D05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0E01D23-F8BA-53FD-FADD-A0C599E5F0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8768" y="5641525"/>
              <a:ext cx="998626" cy="828037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3AB6F5FD-0626-CCA0-2F0C-E1D6D50B0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6304" y="5956301"/>
              <a:ext cx="2838698" cy="549274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0A13CF74-6DCF-0284-1940-DEAAB05FE2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4349" y="2993234"/>
              <a:ext cx="899058" cy="277016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加号 65">
              <a:extLst>
                <a:ext uri="{FF2B5EF4-FFF2-40B4-BE49-F238E27FC236}">
                  <a16:creationId xmlns:a16="http://schemas.microsoft.com/office/drawing/2014/main" id="{D5032306-379E-2573-24EF-EA8D009801C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649401" y="3209193"/>
              <a:ext cx="259641" cy="259641"/>
            </a:xfrm>
            <a:prstGeom prst="mathPlus">
              <a:avLst/>
            </a:prstGeom>
            <a:solidFill>
              <a:srgbClr val="92D05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8E7C6006-4A20-804B-8B59-D27F8ACD83A5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H="1">
              <a:off x="4120086" y="4198256"/>
              <a:ext cx="1622821" cy="1713497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prstDash val="dash"/>
              <a:headEnd type="none" w="sm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乘号 70">
              <a:extLst>
                <a:ext uri="{FF2B5EF4-FFF2-40B4-BE49-F238E27FC236}">
                  <a16:creationId xmlns:a16="http://schemas.microsoft.com/office/drawing/2014/main" id="{FA6BA900-E0E5-3556-628D-70A5CF7D371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797161" y="4973611"/>
              <a:ext cx="216000" cy="216000"/>
            </a:xfrm>
            <a:prstGeom prst="mathMultiply">
              <a:avLst/>
            </a:prstGeom>
            <a:solidFill>
              <a:srgbClr val="FF0000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8490A34-13D0-F9D8-6639-FBAF776965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80907" y="1021154"/>
              <a:ext cx="2152632" cy="1052946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prstDash val="dash"/>
              <a:headEnd type="none" w="sm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菱形 18">
              <a:extLst>
                <a:ext uri="{FF2B5EF4-FFF2-40B4-BE49-F238E27FC236}">
                  <a16:creationId xmlns:a16="http://schemas.microsoft.com/office/drawing/2014/main" id="{4FB07B48-D954-7C33-0D58-3F6F20080E9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623870" y="4080872"/>
              <a:ext cx="252000" cy="252000"/>
            </a:xfrm>
            <a:prstGeom prst="diamond">
              <a:avLst/>
            </a:prstGeom>
            <a:solidFill>
              <a:srgbClr val="B71D3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351F9656-AAA6-442C-6E60-8C880F1462F4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3990797" y="1952624"/>
              <a:ext cx="84741" cy="3940677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prstDash val="dash"/>
              <a:headEnd type="none" w="sm" len="med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1D86B3A-A799-A06E-8E1A-11DFFB98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0582" y="1946275"/>
              <a:ext cx="227534" cy="1238250"/>
            </a:xfrm>
            <a:prstGeom prst="line">
              <a:avLst/>
            </a:prstGeom>
            <a:ln w="28575">
              <a:solidFill>
                <a:srgbClr val="266AA9"/>
              </a:solidFill>
              <a:prstDash val="solid"/>
              <a:headEnd type="none" w="sm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椭圆 94">
            <a:extLst>
              <a:ext uri="{FF2B5EF4-FFF2-40B4-BE49-F238E27FC236}">
                <a16:creationId xmlns:a16="http://schemas.microsoft.com/office/drawing/2014/main" id="{6067090A-C3CC-64CD-7D65-2243D06762EE}"/>
              </a:ext>
            </a:extLst>
          </p:cNvPr>
          <p:cNvSpPr>
            <a:spLocks noChangeAspect="1"/>
          </p:cNvSpPr>
          <p:nvPr/>
        </p:nvSpPr>
        <p:spPr>
          <a:xfrm flipH="1">
            <a:off x="8203252" y="1170171"/>
            <a:ext cx="216000" cy="216000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等腰三角形 96">
            <a:extLst>
              <a:ext uri="{FF2B5EF4-FFF2-40B4-BE49-F238E27FC236}">
                <a16:creationId xmlns:a16="http://schemas.microsoft.com/office/drawing/2014/main" id="{7477352C-C3EF-F0F7-AC30-FC1BAB7C34C5}"/>
              </a:ext>
            </a:extLst>
          </p:cNvPr>
          <p:cNvSpPr>
            <a:spLocks noChangeAspect="1"/>
          </p:cNvSpPr>
          <p:nvPr/>
        </p:nvSpPr>
        <p:spPr>
          <a:xfrm flipH="1">
            <a:off x="8179048" y="1876520"/>
            <a:ext cx="264408" cy="264408"/>
          </a:xfrm>
          <a:prstGeom prst="triangle">
            <a:avLst/>
          </a:prstGeom>
          <a:solidFill>
            <a:srgbClr val="FF9E7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加号 102">
            <a:extLst>
              <a:ext uri="{FF2B5EF4-FFF2-40B4-BE49-F238E27FC236}">
                <a16:creationId xmlns:a16="http://schemas.microsoft.com/office/drawing/2014/main" id="{26A54A82-9AA9-7E20-99DB-52DDCFABE0C9}"/>
              </a:ext>
            </a:extLst>
          </p:cNvPr>
          <p:cNvSpPr>
            <a:spLocks noChangeAspect="1"/>
          </p:cNvSpPr>
          <p:nvPr/>
        </p:nvSpPr>
        <p:spPr>
          <a:xfrm flipH="1">
            <a:off x="8112946" y="2551450"/>
            <a:ext cx="396613" cy="396613"/>
          </a:xfrm>
          <a:prstGeom prst="mathPlus">
            <a:avLst/>
          </a:prstGeom>
          <a:solidFill>
            <a:srgbClr val="92D05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菱形 104">
            <a:extLst>
              <a:ext uri="{FF2B5EF4-FFF2-40B4-BE49-F238E27FC236}">
                <a16:creationId xmlns:a16="http://schemas.microsoft.com/office/drawing/2014/main" id="{63382B26-BB54-9BB5-C805-1DA7301F08B4}"/>
              </a:ext>
            </a:extLst>
          </p:cNvPr>
          <p:cNvSpPr>
            <a:spLocks noChangeAspect="1"/>
          </p:cNvSpPr>
          <p:nvPr/>
        </p:nvSpPr>
        <p:spPr>
          <a:xfrm flipH="1">
            <a:off x="8149252" y="3300526"/>
            <a:ext cx="324000" cy="324000"/>
          </a:xfrm>
          <a:prstGeom prst="diamond">
            <a:avLst/>
          </a:prstGeom>
          <a:solidFill>
            <a:srgbClr val="B71D3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乘号 106">
            <a:extLst>
              <a:ext uri="{FF2B5EF4-FFF2-40B4-BE49-F238E27FC236}">
                <a16:creationId xmlns:a16="http://schemas.microsoft.com/office/drawing/2014/main" id="{E19CCFFA-72F5-ECC0-16D4-8AB23543BD8C}"/>
              </a:ext>
            </a:extLst>
          </p:cNvPr>
          <p:cNvSpPr>
            <a:spLocks noChangeAspect="1"/>
          </p:cNvSpPr>
          <p:nvPr/>
        </p:nvSpPr>
        <p:spPr>
          <a:xfrm flipH="1">
            <a:off x="8146278" y="4027787"/>
            <a:ext cx="329949" cy="329949"/>
          </a:xfrm>
          <a:prstGeom prst="mathMultiply">
            <a:avLst/>
          </a:prstGeom>
          <a:solidFill>
            <a:srgbClr val="FF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8E658032-062C-DE2B-A8E0-9D45EA52F1EE}"/>
              </a:ext>
            </a:extLst>
          </p:cNvPr>
          <p:cNvCxnSpPr>
            <a:cxnSpLocks/>
          </p:cNvCxnSpPr>
          <p:nvPr/>
        </p:nvCxnSpPr>
        <p:spPr>
          <a:xfrm flipH="1">
            <a:off x="8149252" y="4848085"/>
            <a:ext cx="324000" cy="2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B559EF02-9C75-092E-1DA2-4316B472F5BA}"/>
              </a:ext>
            </a:extLst>
          </p:cNvPr>
          <p:cNvCxnSpPr>
            <a:cxnSpLocks/>
          </p:cNvCxnSpPr>
          <p:nvPr/>
        </p:nvCxnSpPr>
        <p:spPr>
          <a:xfrm flipH="1">
            <a:off x="8149252" y="5505351"/>
            <a:ext cx="324000" cy="2"/>
          </a:xfrm>
          <a:prstGeom prst="line">
            <a:avLst/>
          </a:prstGeom>
          <a:ln w="53975">
            <a:solidFill>
              <a:schemeClr val="accent5">
                <a:lumMod val="50000"/>
              </a:schemeClr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87FCF3E2-B816-FB05-6DA7-0F0C54464576}"/>
              </a:ext>
            </a:extLst>
          </p:cNvPr>
          <p:cNvCxnSpPr>
            <a:cxnSpLocks/>
          </p:cNvCxnSpPr>
          <p:nvPr/>
        </p:nvCxnSpPr>
        <p:spPr>
          <a:xfrm flipH="1" flipV="1">
            <a:off x="8139727" y="6256955"/>
            <a:ext cx="324000" cy="2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75FDAA3-F887-B010-65A2-880328423F8E}"/>
              </a:ext>
            </a:extLst>
          </p:cNvPr>
          <p:cNvSpPr txBox="1"/>
          <p:nvPr/>
        </p:nvSpPr>
        <p:spPr>
          <a:xfrm>
            <a:off x="8746017" y="1109295"/>
            <a:ext cx="24995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尚未访问的扫描点</a:t>
            </a:r>
            <a:endParaRPr lang="en-US" altLang="zh-CN" sz="2400" b="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64D61030-F185-93FB-D6A8-DE09B55025AE}"/>
              </a:ext>
            </a:extLst>
          </p:cNvPr>
          <p:cNvSpPr txBox="1"/>
          <p:nvPr/>
        </p:nvSpPr>
        <p:spPr>
          <a:xfrm>
            <a:off x="8746017" y="1812607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已发现目标的补测点</a:t>
            </a:r>
            <a:endParaRPr lang="en-US" altLang="zh-CN" sz="2400" b="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075A53E-EA30-88D0-80DF-406EA3D659BB}"/>
              </a:ext>
            </a:extLst>
          </p:cNvPr>
          <p:cNvSpPr txBox="1"/>
          <p:nvPr/>
        </p:nvSpPr>
        <p:spPr>
          <a:xfrm>
            <a:off x="8746017" y="2515919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以满足条件的清除点</a:t>
            </a:r>
            <a:endParaRPr lang="en-US" altLang="zh-CN" sz="2400" b="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926E3A4-9F12-B40F-12F7-2AFD1C766D71}"/>
              </a:ext>
            </a:extLst>
          </p:cNvPr>
          <p:cNvSpPr txBox="1"/>
          <p:nvPr/>
        </p:nvSpPr>
        <p:spPr>
          <a:xfrm>
            <a:off x="8746017" y="3219231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机器狗的当前位置</a:t>
            </a:r>
            <a:endParaRPr lang="en-US" altLang="zh-CN" sz="2400" b="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7C51BED4-B19F-C566-7176-919B6F11D435}"/>
              </a:ext>
            </a:extLst>
          </p:cNvPr>
          <p:cNvSpPr txBox="1"/>
          <p:nvPr/>
        </p:nvSpPr>
        <p:spPr>
          <a:xfrm>
            <a:off x="8746017" y="6032479"/>
            <a:ext cx="36789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新观测后被放弃的旧路线</a:t>
            </a:r>
            <a:endParaRPr lang="en-US" altLang="zh-CN" sz="2400" b="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54C720D-F4EF-E78E-C434-6F806B9B24EF}"/>
              </a:ext>
            </a:extLst>
          </p:cNvPr>
          <p:cNvSpPr txBox="1"/>
          <p:nvPr/>
        </p:nvSpPr>
        <p:spPr>
          <a:xfrm>
            <a:off x="8746017" y="4625855"/>
            <a:ext cx="36789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更新后的当前规划路线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49F8803C-925B-025D-3E60-7872A8648078}"/>
              </a:ext>
            </a:extLst>
          </p:cNvPr>
          <p:cNvSpPr txBox="1"/>
          <p:nvPr/>
        </p:nvSpPr>
        <p:spPr>
          <a:xfrm>
            <a:off x="8746017" y="5329167"/>
            <a:ext cx="36789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本轮实际执行的首段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C41D5B0F-137A-8167-A2E7-BBCE20FB00A4}"/>
              </a:ext>
            </a:extLst>
          </p:cNvPr>
          <p:cNvSpPr txBox="1"/>
          <p:nvPr/>
        </p:nvSpPr>
        <p:spPr>
          <a:xfrm>
            <a:off x="8746017" y="3922543"/>
            <a:ext cx="36789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路线废弃标记</a:t>
            </a:r>
            <a:endParaRPr lang="zh-CN" altLang="en-US" sz="2400" b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5C8D828-0C90-901A-0AD8-AF544812F3CE}"/>
              </a:ext>
            </a:extLst>
          </p:cNvPr>
          <p:cNvSpPr txBox="1"/>
          <p:nvPr/>
        </p:nvSpPr>
        <p:spPr>
          <a:xfrm>
            <a:off x="6405194" y="248421"/>
            <a:ext cx="612457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全局局部任务耦合</a:t>
            </a:r>
            <a:r>
              <a:rPr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8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滚动路径重规划</a:t>
            </a:r>
            <a:endParaRPr lang="en-US" altLang="zh-CN" sz="2800" b="0" dirty="0"/>
          </a:p>
        </p:txBody>
      </p:sp>
    </p:spTree>
    <p:extLst>
      <p:ext uri="{BB962C8B-B14F-4D97-AF65-F5344CB8AC3E}">
        <p14:creationId xmlns:p14="http://schemas.microsoft.com/office/powerpoint/2010/main" val="1934166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C88C70BF-36A3-057A-EDBB-2C0C001E3BB9}"/>
              </a:ext>
            </a:extLst>
          </p:cNvPr>
          <p:cNvGrpSpPr/>
          <p:nvPr/>
        </p:nvGrpSpPr>
        <p:grpSpPr>
          <a:xfrm>
            <a:off x="-1453808" y="1916491"/>
            <a:ext cx="4113800" cy="4097901"/>
            <a:chOff x="-1215105" y="979905"/>
            <a:chExt cx="5967321" cy="5944259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1B9E2CB1-2095-CF8A-A8A4-24BF2F1533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8673" y="2168935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05D3E45-781B-55FC-7E69-72C493C297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927" y="2945728"/>
              <a:ext cx="1986764" cy="1986764"/>
            </a:xfrm>
            <a:prstGeom prst="ellipse">
              <a:avLst/>
            </a:prstGeom>
            <a:noFill/>
            <a:ln w="9525"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49D4003-7685-1927-B175-94C7EC334B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055" y="1975037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29909F3-2F5D-72C4-9317-5617A82C1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14738" y="2503250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68CE937-9014-FF9B-BFB9-E7F698C9EB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12658" y="3380223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1310596-D3BF-7BF1-BDBD-BDEDAA89EA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4932" y="2947478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FE577E84-4CDE-51D1-E9EB-9D3C179695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63516" y="3723445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EECA785-EA2E-8A18-7048-04BE1F756E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055" y="3908363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BA87BA3-4C98-967E-3D29-AE012D0812D2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2720565" y="3898647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43D4560-84DF-09F1-A164-6F6781853FF7}"/>
                </a:ext>
              </a:extLst>
            </p:cNvPr>
            <p:cNvSpPr>
              <a:spLocks noChangeAspect="1"/>
            </p:cNvSpPr>
            <p:nvPr/>
          </p:nvSpPr>
          <p:spPr>
            <a:xfrm rot="1266809">
              <a:off x="2349922" y="3127461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50AB6157-4D75-66CA-89E1-3D76AD9251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1586" y="2937497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687A0216-A498-3ECD-15FF-22CE0B3066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1684" y="3476801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F88CCD71-9EB4-0E65-326C-46AE368EDA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1787" y="4333706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E69C572-2FCE-8FA5-B981-E420FB3E2F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1586" y="4869998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C9E6125-A6FF-3310-A99A-F50A785ACF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9922" y="4681137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菱形 42">
              <a:extLst>
                <a:ext uri="{FF2B5EF4-FFF2-40B4-BE49-F238E27FC236}">
                  <a16:creationId xmlns:a16="http://schemas.microsoft.com/office/drawing/2014/main" id="{5999AF53-58D9-1C91-5F4E-837F6C384C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6202" y="3880298"/>
              <a:ext cx="118968" cy="118968"/>
            </a:xfrm>
            <a:prstGeom prst="diamond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CE909AF-4538-5B30-33C3-1519DB53E3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16317" y="1962551"/>
              <a:ext cx="3960001" cy="3960000"/>
            </a:xfrm>
            <a:prstGeom prst="ellipse">
              <a:avLst/>
            </a:prstGeom>
            <a:noFill/>
            <a:ln w="9525"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943DCED6-83C0-AEC3-AB84-292466AC1972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475895" y="1588818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C9E9CE00-6EC3-1EF1-D7B8-4B110F90CE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1327" y="979905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C916BB6C-CC3B-3BF6-B5F0-0E1B52C01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0175" y="1533392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E38E188D-C8C6-7EAA-C89A-F964E18861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5452" y="2931895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2EC7174A-397D-EB50-2685-B19CA68DBF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18778" y="4327094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1A180245-135C-8305-314D-CC65908323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8978" y="4937400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984C760D-BD01-84C7-9E00-DFE7A8FACD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19200" y="4369396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BAF62C2A-685A-C57C-1244-CF651FBE63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215105" y="2982131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30FC1719-3FC5-B742-EA18-7C91AF4580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30417" y="1576945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8D2796FF-FF81-AE84-587B-A7B358F1F3E5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686510" y="1914196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C62799AB-B31D-C6E6-DC46-4FF58CB3578A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3101565" y="2480855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17CB2BA7-0FBF-2BF4-54F1-D778A0FAF63F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3703705" y="390780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E584D6C3-BDA3-B190-90A3-1D5988E33C8E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3144625" y="5278630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38361A85-C7AD-EEC1-BB8E-284476D969EF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747824" y="5883263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54B641D7-D4E3-0BA4-C7C2-B7387B616CEA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319986" y="5297979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AB491BB8-630D-26B7-129C-2AA8C04131C5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-283397" y="3900539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BBA89B4D-8E92-D391-3F76-5357F60F8FFD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301822" y="2494522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不完整圆 174">
              <a:extLst>
                <a:ext uri="{FF2B5EF4-FFF2-40B4-BE49-F238E27FC236}">
                  <a16:creationId xmlns:a16="http://schemas.microsoft.com/office/drawing/2014/main" id="{CC1C512D-8BBA-3469-3B9D-E05CE36B7D05}"/>
                </a:ext>
              </a:extLst>
            </p:cNvPr>
            <p:cNvSpPr/>
            <p:nvPr/>
          </p:nvSpPr>
          <p:spPr>
            <a:xfrm rot="6707651">
              <a:off x="1524366" y="1199326"/>
              <a:ext cx="1980000" cy="1987200"/>
            </a:xfrm>
            <a:prstGeom prst="pie">
              <a:avLst>
                <a:gd name="adj1" fmla="val 5374350"/>
                <a:gd name="adj2" fmla="val 16200000"/>
              </a:avLst>
            </a:prstGeom>
            <a:gradFill flip="none" rotWithShape="1">
              <a:gsLst>
                <a:gs pos="85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/>
                </a:gs>
              </a:gsLst>
              <a:lin ang="10800000" scaled="0"/>
              <a:tileRect/>
            </a:gradFill>
            <a:ln w="28575">
              <a:gradFill>
                <a:gsLst>
                  <a:gs pos="54000">
                    <a:srgbClr val="BD1E33">
                      <a:alpha val="60000"/>
                    </a:srgbClr>
                  </a:gs>
                  <a:gs pos="0">
                    <a:srgbClr val="266AA9">
                      <a:lumMod val="87000"/>
                      <a:lumOff val="13000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CDBA3D08-0376-A009-386D-D80840C54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30321" y="2050860"/>
              <a:ext cx="3780001" cy="3780000"/>
            </a:xfrm>
            <a:prstGeom prst="ellipse">
              <a:avLst/>
            </a:prstGeom>
            <a:noFill/>
            <a:ln w="25400" cmpd="thickThin">
              <a:gradFill>
                <a:gsLst>
                  <a:gs pos="0">
                    <a:srgbClr val="B71D31">
                      <a:lumMod val="88000"/>
                      <a:lumOff val="12000"/>
                    </a:srgbClr>
                  </a:gs>
                  <a:gs pos="100000">
                    <a:srgbClr val="B71D31">
                      <a:lumMod val="76000"/>
                      <a:lumOff val="24000"/>
                    </a:srgbClr>
                  </a:gs>
                  <a:gs pos="68000">
                    <a:srgbClr val="266AA9"/>
                  </a:gs>
                  <a:gs pos="33000">
                    <a:srgbClr val="266AA9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AFDD6E8B-9D05-6448-E13C-CD2FC898E6AA}"/>
              </a:ext>
            </a:extLst>
          </p:cNvPr>
          <p:cNvGrpSpPr/>
          <p:nvPr/>
        </p:nvGrpSpPr>
        <p:grpSpPr>
          <a:xfrm>
            <a:off x="5929872" y="1979674"/>
            <a:ext cx="4128435" cy="4149972"/>
            <a:chOff x="6371745" y="1046512"/>
            <a:chExt cx="5926471" cy="5957388"/>
          </a:xfrm>
        </p:grpSpPr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7E8FE91F-9BE1-6EE3-8EBF-2DC8B6F3C6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71434" y="2124894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F2C9BA3D-1199-B681-F3E6-6478E77061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90705" y="2134548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9D1ECEDF-A05A-EFB5-9EF7-47A1B0AD44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38928" y="2681777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3C5D7203-234E-5B5A-5666-C8C8A4DC8C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64354" y="3411705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C6C5FE9F-B265-7552-EA2A-DF3A16AEE0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1144" y="3986037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1D090C53-BDBB-4906-4D8B-AA1D14A502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02174" y="3936044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021E1088-ED08-3962-EE1F-F983194018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49908" y="3464604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48BDDBEC-6AED-24DA-7D88-48380FF1E7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23212" y="2635376"/>
              <a:ext cx="1986764" cy="1986764"/>
            </a:xfrm>
            <a:prstGeom prst="ellipse">
              <a:avLst/>
            </a:prstGeom>
            <a:gradFill flip="none" rotWithShape="0">
              <a:gsLst>
                <a:gs pos="100000">
                  <a:srgbClr val="BD1E33">
                    <a:lumMod val="40000"/>
                    <a:lumOff val="60000"/>
                    <a:alpha val="5000"/>
                  </a:srgbClr>
                </a:gs>
                <a:gs pos="0">
                  <a:srgbClr val="266AA9">
                    <a:lumMod val="96000"/>
                    <a:lumOff val="4000"/>
                    <a:alpha val="4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13AC115F-565A-E9F5-432D-12A8337D46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1243" y="3051415"/>
              <a:ext cx="1986764" cy="1986764"/>
            </a:xfrm>
            <a:prstGeom prst="ellipse">
              <a:avLst/>
            </a:prstGeom>
            <a:noFill/>
            <a:ln w="9525"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8AF8A2A-41A3-AC9B-4DF7-98A5CA0095DB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0218462" y="3631723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65EE0CAB-16D5-5316-E85C-6D2096DB86AB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0221636" y="4390547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B4CF6547-42D6-F609-011F-5F0F11894B79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8929126" y="3087433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菱形 117">
              <a:extLst>
                <a:ext uri="{FF2B5EF4-FFF2-40B4-BE49-F238E27FC236}">
                  <a16:creationId xmlns:a16="http://schemas.microsoft.com/office/drawing/2014/main" id="{C1EFADDF-D87E-B99A-1039-11D0ED6F8C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67518" y="3985985"/>
              <a:ext cx="118968" cy="118968"/>
            </a:xfrm>
            <a:prstGeom prst="diamond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DBA5B5E1-62B7-7923-8474-8F36A29154E2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9678426" y="3092240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921B68FA-975A-9E8F-26CC-FBB7EA06C5C5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8386486" y="3631722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FE1222BF-A6FD-28A8-7134-BD5F5D58BABA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8386487" y="4390546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C277AD3A-7F4F-13A1-1C93-9FC1085B15D3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8929128" y="4924217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48BE9B3E-431B-04BB-5294-3951B4E63C0C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9678427" y="4928515"/>
              <a:ext cx="71381" cy="71381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35AE43E6-2F26-FB1A-BE94-2E3A5DB635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3351" y="2037825"/>
              <a:ext cx="3960001" cy="3960000"/>
            </a:xfrm>
            <a:prstGeom prst="ellipse">
              <a:avLst/>
            </a:prstGeom>
            <a:noFill/>
            <a:ln w="9525"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26F7B5B7-D672-E3E0-3394-D424FF621D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45699" y="2130896"/>
              <a:ext cx="3780001" cy="3780000"/>
            </a:xfrm>
            <a:prstGeom prst="ellipse">
              <a:avLst/>
            </a:prstGeom>
            <a:noFill/>
            <a:ln w="25400" cmpd="thickThin">
              <a:gradFill>
                <a:gsLst>
                  <a:gs pos="0">
                    <a:srgbClr val="B71D31">
                      <a:lumMod val="88000"/>
                      <a:lumOff val="12000"/>
                    </a:srgbClr>
                  </a:gs>
                  <a:gs pos="100000">
                    <a:srgbClr val="B71D31">
                      <a:lumMod val="76000"/>
                      <a:lumOff val="24000"/>
                    </a:srgbClr>
                  </a:gs>
                  <a:gs pos="68000">
                    <a:srgbClr val="266AA9"/>
                  </a:gs>
                  <a:gs pos="33000">
                    <a:srgbClr val="266AA9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84249DC2-D40E-47EF-1A84-7242BDFDB9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6554" y="1046512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0D8EE3BE-12FB-C3C1-BB35-E6F2BE7445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24452" y="1302726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3D40453A-5EA0-920C-EED7-461023A11C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59707" y="2045731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1DC84327-5345-D841-0711-6758B7A141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11452" y="3016058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820EA3F4-D35C-45A4-74A3-1C177381D2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69880" y="4014060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7A3B6675-B244-C67A-59AE-241E5EA215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47559" y="4736861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5A035640-D756-887F-02E4-6212A076E4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1416" y="5017136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15645444-A454-4A12-B833-C1CF688607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42642" y="4744355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B7C4B10E-AAA6-A30D-556F-FCA12301E2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31257" y="4038771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2D6CCD26-7520-397C-27B1-3EAF352CF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71745" y="3022506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F320E577-917D-3C2A-D16C-635651C5EE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31257" y="2037553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5D4FBB80-2772-07AA-4E76-3FABB3C10B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65127" y="1322361"/>
              <a:ext cx="1986764" cy="1986764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1756734B-9F9B-E079-036D-F47E791D7E56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9293558" y="1985617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B77267A2-D592-3CFD-9BC9-2712E13678B3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8308225" y="2263470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2BA2E911-C134-7F81-BA92-0C3DC58553AE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7563526" y="2978445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3F9F6BD2-8C71-730C-B966-9B43B7CD075E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7296511" y="3970318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CE756EF5-BB7D-89CA-F011-7B023BF51218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7556503" y="495527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31E08F5D-D175-68C0-F6DE-82C9A8135BCD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8287594" y="5675308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1D61169A-587F-2296-14F6-484D45FA957B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9278247" y="5950355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FEDF2E9B-3012-5E79-30BE-E54576621500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0279318" y="5682747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0706F8AE-5B02-EDA9-6249-F88CB2C70464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1006275" y="4953603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F1216C4F-8B4F-614A-C385-B92C38108239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1264390" y="3950539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FA538145-FB30-49B2-2409-E2D3198E9610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0994537" y="2968506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不完整圆 203">
              <a:extLst>
                <a:ext uri="{FF2B5EF4-FFF2-40B4-BE49-F238E27FC236}">
                  <a16:creationId xmlns:a16="http://schemas.microsoft.com/office/drawing/2014/main" id="{ADFE6CAF-1B65-DCFB-72A0-07B0ECA3C0FB}"/>
                </a:ext>
              </a:extLst>
            </p:cNvPr>
            <p:cNvSpPr/>
            <p:nvPr/>
          </p:nvSpPr>
          <p:spPr>
            <a:xfrm rot="6951640">
              <a:off x="9015295" y="1223008"/>
              <a:ext cx="1980000" cy="1987200"/>
            </a:xfrm>
            <a:prstGeom prst="pie">
              <a:avLst>
                <a:gd name="adj1" fmla="val 5374350"/>
                <a:gd name="adj2" fmla="val 16200000"/>
              </a:avLst>
            </a:prstGeom>
            <a:gradFill flip="none" rotWithShape="1">
              <a:gsLst>
                <a:gs pos="85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/>
                </a:gs>
              </a:gsLst>
              <a:lin ang="10800000" scaled="0"/>
              <a:tileRect/>
            </a:gradFill>
            <a:ln w="28575">
              <a:gradFill>
                <a:gsLst>
                  <a:gs pos="54000">
                    <a:srgbClr val="BD1E33">
                      <a:alpha val="60000"/>
                    </a:srgbClr>
                  </a:gs>
                  <a:gs pos="0">
                    <a:srgbClr val="266AA9">
                      <a:lumMod val="87000"/>
                      <a:lumOff val="13000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07251715-C3B2-41B4-4884-AAA4279BC257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10274007" y="2251450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BBADF182-4003-5506-09FD-A3C4D253DC17}"/>
              </a:ext>
            </a:extLst>
          </p:cNvPr>
          <p:cNvGrpSpPr/>
          <p:nvPr/>
        </p:nvGrpSpPr>
        <p:grpSpPr>
          <a:xfrm>
            <a:off x="3005534" y="2220572"/>
            <a:ext cx="1993549" cy="1995076"/>
            <a:chOff x="4632486" y="1202926"/>
            <a:chExt cx="1993549" cy="1995076"/>
          </a:xfrm>
        </p:grpSpPr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FF0B1F53-30FC-452C-9AD9-0D27B0248A80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4798230" y="1929272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39885587-6B5C-CA6E-D168-6C8C80DFA775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6213285" y="2495931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不完整圆 242">
              <a:extLst>
                <a:ext uri="{FF2B5EF4-FFF2-40B4-BE49-F238E27FC236}">
                  <a16:creationId xmlns:a16="http://schemas.microsoft.com/office/drawing/2014/main" id="{B58325F8-EEE9-A7DB-CFEC-82528F606CFC}"/>
                </a:ext>
              </a:extLst>
            </p:cNvPr>
            <p:cNvSpPr/>
            <p:nvPr/>
          </p:nvSpPr>
          <p:spPr>
            <a:xfrm rot="6707651">
              <a:off x="4636086" y="1214402"/>
              <a:ext cx="1980000" cy="1987200"/>
            </a:xfrm>
            <a:prstGeom prst="pie">
              <a:avLst>
                <a:gd name="adj1" fmla="val 5374350"/>
                <a:gd name="adj2" fmla="val 16200000"/>
              </a:avLst>
            </a:prstGeom>
            <a:gradFill flip="none" rotWithShape="1">
              <a:gsLst>
                <a:gs pos="85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/>
                </a:gs>
              </a:gsLst>
              <a:lin ang="10800000" scaled="0"/>
              <a:tileRect/>
            </a:gradFill>
            <a:ln w="28575">
              <a:gradFill>
                <a:gsLst>
                  <a:gs pos="54000">
                    <a:srgbClr val="BD1E33">
                      <a:alpha val="60000"/>
                    </a:srgbClr>
                  </a:gs>
                  <a:gs pos="0">
                    <a:srgbClr val="266AA9">
                      <a:lumMod val="87000"/>
                      <a:lumOff val="13000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ABC730E6-AC06-5FD6-1EA5-823418B017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3910" y="1567739"/>
              <a:ext cx="296599" cy="638598"/>
            </a:xfrm>
            <a:prstGeom prst="line">
              <a:avLst/>
            </a:prstGeom>
            <a:ln w="28575">
              <a:solidFill>
                <a:srgbClr val="E6795C"/>
              </a:solidFill>
              <a:prstDash val="solid"/>
              <a:headEnd type="arrow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5" name="弧形 244">
              <a:extLst>
                <a:ext uri="{FF2B5EF4-FFF2-40B4-BE49-F238E27FC236}">
                  <a16:creationId xmlns:a16="http://schemas.microsoft.com/office/drawing/2014/main" id="{226382EA-94B8-2640-40E1-5B5E459D5395}"/>
                </a:ext>
              </a:extLst>
            </p:cNvPr>
            <p:cNvSpPr/>
            <p:nvPr/>
          </p:nvSpPr>
          <p:spPr>
            <a:xfrm rot="6707651">
              <a:off x="4642435" y="1199326"/>
              <a:ext cx="1980000" cy="1987200"/>
            </a:xfrm>
            <a:prstGeom prst="arc">
              <a:avLst>
                <a:gd name="adj1" fmla="val 16200000"/>
                <a:gd name="adj2" fmla="val 5320497"/>
              </a:avLst>
            </a:prstGeom>
            <a:noFill/>
            <a:ln w="28575">
              <a:gradFill>
                <a:gsLst>
                  <a:gs pos="57000">
                    <a:srgbClr val="266AA9">
                      <a:lumMod val="87000"/>
                      <a:lumOff val="13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1BCC2987-8191-61BA-016A-2258AA1346AE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5379317" y="2961214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星形: 五角 246">
              <a:extLst>
                <a:ext uri="{FF2B5EF4-FFF2-40B4-BE49-F238E27FC236}">
                  <a16:creationId xmlns:a16="http://schemas.microsoft.com/office/drawing/2014/main" id="{6AADB678-2717-A3FC-9ED6-A102BDA3D6EC}"/>
                </a:ext>
              </a:extLst>
            </p:cNvPr>
            <p:cNvSpPr/>
            <p:nvPr/>
          </p:nvSpPr>
          <p:spPr>
            <a:xfrm>
              <a:off x="5477779" y="2066457"/>
              <a:ext cx="230538" cy="219255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CF74574A-014C-C19D-6868-B6AFF6CC584C}"/>
              </a:ext>
            </a:extLst>
          </p:cNvPr>
          <p:cNvGrpSpPr/>
          <p:nvPr/>
        </p:nvGrpSpPr>
        <p:grpSpPr>
          <a:xfrm>
            <a:off x="10421553" y="2202602"/>
            <a:ext cx="1993549" cy="1995076"/>
            <a:chOff x="4463363" y="4445489"/>
            <a:chExt cx="1993549" cy="1995076"/>
          </a:xfrm>
        </p:grpSpPr>
        <p:sp>
          <p:nvSpPr>
            <p:cNvPr id="250" name="不完整圆 249">
              <a:extLst>
                <a:ext uri="{FF2B5EF4-FFF2-40B4-BE49-F238E27FC236}">
                  <a16:creationId xmlns:a16="http://schemas.microsoft.com/office/drawing/2014/main" id="{39E52E85-E4AB-2532-C719-A8A1B938F600}"/>
                </a:ext>
              </a:extLst>
            </p:cNvPr>
            <p:cNvSpPr/>
            <p:nvPr/>
          </p:nvSpPr>
          <p:spPr>
            <a:xfrm rot="6707651">
              <a:off x="4466963" y="4456965"/>
              <a:ext cx="1980000" cy="1987200"/>
            </a:xfrm>
            <a:prstGeom prst="pie">
              <a:avLst>
                <a:gd name="adj1" fmla="val 5374350"/>
                <a:gd name="adj2" fmla="val 16200000"/>
              </a:avLst>
            </a:prstGeom>
            <a:gradFill flip="none" rotWithShape="1">
              <a:gsLst>
                <a:gs pos="85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/>
                </a:gs>
              </a:gsLst>
              <a:lin ang="10800000" scaled="0"/>
              <a:tileRect/>
            </a:gradFill>
            <a:ln w="28575">
              <a:gradFill>
                <a:gsLst>
                  <a:gs pos="54000">
                    <a:srgbClr val="BD1E33">
                      <a:alpha val="60000"/>
                    </a:srgbClr>
                  </a:gs>
                  <a:gs pos="0">
                    <a:srgbClr val="266AA9">
                      <a:lumMod val="87000"/>
                      <a:lumOff val="13000"/>
                    </a:srgb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2ABB12CA-8443-9D41-857D-A076D59A0D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4787" y="4810302"/>
              <a:ext cx="296599" cy="638598"/>
            </a:xfrm>
            <a:prstGeom prst="line">
              <a:avLst/>
            </a:prstGeom>
            <a:ln w="28575">
              <a:solidFill>
                <a:srgbClr val="FF9E74"/>
              </a:solidFill>
              <a:prstDash val="solid"/>
              <a:headEnd type="arrow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2" name="弧形 251">
              <a:extLst>
                <a:ext uri="{FF2B5EF4-FFF2-40B4-BE49-F238E27FC236}">
                  <a16:creationId xmlns:a16="http://schemas.microsoft.com/office/drawing/2014/main" id="{8B1E3E6D-0C43-47CB-5E34-5C80436A8934}"/>
                </a:ext>
              </a:extLst>
            </p:cNvPr>
            <p:cNvSpPr/>
            <p:nvPr/>
          </p:nvSpPr>
          <p:spPr>
            <a:xfrm rot="6707651">
              <a:off x="4473312" y="4441889"/>
              <a:ext cx="1980000" cy="1987200"/>
            </a:xfrm>
            <a:prstGeom prst="arc">
              <a:avLst>
                <a:gd name="adj1" fmla="val 16200000"/>
                <a:gd name="adj2" fmla="val 5320497"/>
              </a:avLst>
            </a:prstGeom>
            <a:noFill/>
            <a:ln w="28575">
              <a:gradFill>
                <a:gsLst>
                  <a:gs pos="57000">
                    <a:srgbClr val="266AA9">
                      <a:lumMod val="87000"/>
                      <a:lumOff val="13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D1687421-6E96-E2DF-95DE-7BE369DEA3C3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4644777" y="5763800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星形: 五角 253">
              <a:extLst>
                <a:ext uri="{FF2B5EF4-FFF2-40B4-BE49-F238E27FC236}">
                  <a16:creationId xmlns:a16="http://schemas.microsoft.com/office/drawing/2014/main" id="{A80F8F57-D36A-848C-D601-0B69C6E3806F}"/>
                </a:ext>
              </a:extLst>
            </p:cNvPr>
            <p:cNvSpPr/>
            <p:nvPr/>
          </p:nvSpPr>
          <p:spPr>
            <a:xfrm>
              <a:off x="5308656" y="5309020"/>
              <a:ext cx="230538" cy="219255"/>
            </a:xfrm>
            <a:prstGeom prst="star5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8B70154E-5C50-6903-DD99-265B0F14F9F2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4741485" y="5235095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B80F9664-5BD7-AABF-C4E7-9CBEF1A307A3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5881610" y="5467572"/>
              <a:ext cx="108000" cy="108000"/>
            </a:xfrm>
            <a:prstGeom prst="ellipse">
              <a:avLst/>
            </a:prstGeom>
            <a:solidFill>
              <a:srgbClr val="FF9E7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CB0D94D0-7C10-7D5B-A311-819EA7FB0389}"/>
                </a:ext>
              </a:extLst>
            </p:cNvPr>
            <p:cNvSpPr>
              <a:spLocks noChangeAspect="1"/>
            </p:cNvSpPr>
            <p:nvPr/>
          </p:nvSpPr>
          <p:spPr>
            <a:xfrm rot="1309233">
              <a:off x="5294196" y="6189655"/>
              <a:ext cx="108000" cy="108000"/>
            </a:xfrm>
            <a:prstGeom prst="ellipse">
              <a:avLst/>
            </a:prstGeom>
            <a:solidFill>
              <a:srgbClr val="E6795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9" name="椭圆 268">
            <a:extLst>
              <a:ext uri="{FF2B5EF4-FFF2-40B4-BE49-F238E27FC236}">
                <a16:creationId xmlns:a16="http://schemas.microsoft.com/office/drawing/2014/main" id="{6067090A-C3CC-64CD-7D65-2243D06762EE}"/>
              </a:ext>
            </a:extLst>
          </p:cNvPr>
          <p:cNvSpPr>
            <a:spLocks noChangeAspect="1"/>
          </p:cNvSpPr>
          <p:nvPr/>
        </p:nvSpPr>
        <p:spPr>
          <a:xfrm flipH="1">
            <a:off x="14915571" y="1274055"/>
            <a:ext cx="216000" cy="216000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0" name="等腰三角形 269">
            <a:extLst>
              <a:ext uri="{FF2B5EF4-FFF2-40B4-BE49-F238E27FC236}">
                <a16:creationId xmlns:a16="http://schemas.microsoft.com/office/drawing/2014/main" id="{7477352C-C3EF-F0F7-AC30-FC1BAB7C34C5}"/>
              </a:ext>
            </a:extLst>
          </p:cNvPr>
          <p:cNvSpPr>
            <a:spLocks noChangeAspect="1"/>
          </p:cNvSpPr>
          <p:nvPr/>
        </p:nvSpPr>
        <p:spPr>
          <a:xfrm flipH="1">
            <a:off x="14891367" y="1980404"/>
            <a:ext cx="264408" cy="264408"/>
          </a:xfrm>
          <a:prstGeom prst="triangle">
            <a:avLst/>
          </a:prstGeom>
          <a:solidFill>
            <a:srgbClr val="FF9E7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1" name="加号 270">
            <a:extLst>
              <a:ext uri="{FF2B5EF4-FFF2-40B4-BE49-F238E27FC236}">
                <a16:creationId xmlns:a16="http://schemas.microsoft.com/office/drawing/2014/main" id="{26A54A82-9AA9-7E20-99DB-52DDCFABE0C9}"/>
              </a:ext>
            </a:extLst>
          </p:cNvPr>
          <p:cNvSpPr>
            <a:spLocks noChangeAspect="1"/>
          </p:cNvSpPr>
          <p:nvPr/>
        </p:nvSpPr>
        <p:spPr>
          <a:xfrm flipH="1">
            <a:off x="14825265" y="2655334"/>
            <a:ext cx="396613" cy="396613"/>
          </a:xfrm>
          <a:prstGeom prst="mathPlus">
            <a:avLst/>
          </a:prstGeom>
          <a:solidFill>
            <a:srgbClr val="92D05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63382B26-BB54-9BB5-C805-1DA7301F08B4}"/>
              </a:ext>
            </a:extLst>
          </p:cNvPr>
          <p:cNvSpPr>
            <a:spLocks noChangeAspect="1"/>
          </p:cNvSpPr>
          <p:nvPr/>
        </p:nvSpPr>
        <p:spPr>
          <a:xfrm flipH="1">
            <a:off x="14861571" y="3404410"/>
            <a:ext cx="324000" cy="324000"/>
          </a:xfrm>
          <a:prstGeom prst="diamond">
            <a:avLst/>
          </a:prstGeom>
          <a:solidFill>
            <a:srgbClr val="B71D3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3" name="乘号 272">
            <a:extLst>
              <a:ext uri="{FF2B5EF4-FFF2-40B4-BE49-F238E27FC236}">
                <a16:creationId xmlns:a16="http://schemas.microsoft.com/office/drawing/2014/main" id="{E19CCFFA-72F5-ECC0-16D4-8AB23543BD8C}"/>
              </a:ext>
            </a:extLst>
          </p:cNvPr>
          <p:cNvSpPr>
            <a:spLocks noChangeAspect="1"/>
          </p:cNvSpPr>
          <p:nvPr/>
        </p:nvSpPr>
        <p:spPr>
          <a:xfrm flipH="1">
            <a:off x="14858597" y="4131671"/>
            <a:ext cx="329949" cy="329949"/>
          </a:xfrm>
          <a:prstGeom prst="mathMultiply">
            <a:avLst/>
          </a:prstGeom>
          <a:solidFill>
            <a:srgbClr val="FF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B559EF02-9C75-092E-1DA2-4316B472F5BA}"/>
              </a:ext>
            </a:extLst>
          </p:cNvPr>
          <p:cNvCxnSpPr>
            <a:cxnSpLocks/>
          </p:cNvCxnSpPr>
          <p:nvPr/>
        </p:nvCxnSpPr>
        <p:spPr>
          <a:xfrm flipH="1">
            <a:off x="2070437" y="6566231"/>
            <a:ext cx="324000" cy="2"/>
          </a:xfrm>
          <a:prstGeom prst="line">
            <a:avLst/>
          </a:prstGeom>
          <a:noFill/>
          <a:ln w="25400" cmpd="thickThin">
            <a:gradFill>
              <a:gsLst>
                <a:gs pos="0">
                  <a:srgbClr val="B71D31">
                    <a:lumMod val="88000"/>
                    <a:lumOff val="12000"/>
                  </a:srgbClr>
                </a:gs>
                <a:gs pos="100000">
                  <a:srgbClr val="B71D31">
                    <a:lumMod val="76000"/>
                    <a:lumOff val="24000"/>
                  </a:srgbClr>
                </a:gs>
                <a:gs pos="68000">
                  <a:srgbClr val="266AA9"/>
                </a:gs>
                <a:gs pos="33000">
                  <a:srgbClr val="266AA9"/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87FCF3E2-B816-FB05-6DA7-0F0C54464576}"/>
              </a:ext>
            </a:extLst>
          </p:cNvPr>
          <p:cNvCxnSpPr>
            <a:cxnSpLocks/>
          </p:cNvCxnSpPr>
          <p:nvPr/>
        </p:nvCxnSpPr>
        <p:spPr>
          <a:xfrm flipH="1">
            <a:off x="5045075" y="6566231"/>
            <a:ext cx="482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lgDashDotDot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7" name="文本框 117">
            <a:extLst>
              <a:ext uri="{FF2B5EF4-FFF2-40B4-BE49-F238E27FC236}">
                <a16:creationId xmlns:a16="http://schemas.microsoft.com/office/drawing/2014/main" id="{D75FDAA3-F887-B010-65A2-880328423F8E}"/>
              </a:ext>
            </a:extLst>
          </p:cNvPr>
          <p:cNvSpPr txBox="1"/>
          <p:nvPr/>
        </p:nvSpPr>
        <p:spPr>
          <a:xfrm>
            <a:off x="15458336" y="1213179"/>
            <a:ext cx="24995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尚未访问的扫描点</a:t>
            </a:r>
            <a:endParaRPr lang="en-US" altLang="zh-CN" sz="2400" b="0" dirty="0"/>
          </a:p>
        </p:txBody>
      </p:sp>
      <p:sp>
        <p:nvSpPr>
          <p:cNvPr id="278" name="文本框 118">
            <a:extLst>
              <a:ext uri="{FF2B5EF4-FFF2-40B4-BE49-F238E27FC236}">
                <a16:creationId xmlns:a16="http://schemas.microsoft.com/office/drawing/2014/main" id="{64D61030-F185-93FB-D6A8-DE09B55025AE}"/>
              </a:ext>
            </a:extLst>
          </p:cNvPr>
          <p:cNvSpPr txBox="1"/>
          <p:nvPr/>
        </p:nvSpPr>
        <p:spPr>
          <a:xfrm>
            <a:off x="15458336" y="1916491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已发现目标的补测点</a:t>
            </a:r>
            <a:endParaRPr lang="en-US" altLang="zh-CN" sz="2400" b="0" dirty="0"/>
          </a:p>
        </p:txBody>
      </p:sp>
      <p:sp>
        <p:nvSpPr>
          <p:cNvPr id="279" name="文本框 119">
            <a:extLst>
              <a:ext uri="{FF2B5EF4-FFF2-40B4-BE49-F238E27FC236}">
                <a16:creationId xmlns:a16="http://schemas.microsoft.com/office/drawing/2014/main" id="{C075A53E-EA30-88D0-80DF-406EA3D659BB}"/>
              </a:ext>
            </a:extLst>
          </p:cNvPr>
          <p:cNvSpPr txBox="1"/>
          <p:nvPr/>
        </p:nvSpPr>
        <p:spPr>
          <a:xfrm>
            <a:off x="15458336" y="2619803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以满足条件的清除点</a:t>
            </a:r>
            <a:endParaRPr lang="en-US" altLang="zh-CN" sz="2400" b="0" dirty="0"/>
          </a:p>
        </p:txBody>
      </p:sp>
      <p:sp>
        <p:nvSpPr>
          <p:cNvPr id="280" name="文本框 120">
            <a:extLst>
              <a:ext uri="{FF2B5EF4-FFF2-40B4-BE49-F238E27FC236}">
                <a16:creationId xmlns:a16="http://schemas.microsoft.com/office/drawing/2014/main" id="{4926E3A4-9F12-B40F-12F7-2AFD1C766D71}"/>
              </a:ext>
            </a:extLst>
          </p:cNvPr>
          <p:cNvSpPr txBox="1"/>
          <p:nvPr/>
        </p:nvSpPr>
        <p:spPr>
          <a:xfrm>
            <a:off x="15458336" y="3323115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机器狗的当前位置</a:t>
            </a:r>
            <a:endParaRPr lang="en-US" altLang="zh-CN" sz="2400" b="0" dirty="0"/>
          </a:p>
        </p:txBody>
      </p:sp>
      <p:sp>
        <p:nvSpPr>
          <p:cNvPr id="281" name="文本框 121">
            <a:extLst>
              <a:ext uri="{FF2B5EF4-FFF2-40B4-BE49-F238E27FC236}">
                <a16:creationId xmlns:a16="http://schemas.microsoft.com/office/drawing/2014/main" id="{7C51BED4-B19F-C566-7176-919B6F11D435}"/>
              </a:ext>
            </a:extLst>
          </p:cNvPr>
          <p:cNvSpPr txBox="1"/>
          <p:nvPr/>
        </p:nvSpPr>
        <p:spPr>
          <a:xfrm>
            <a:off x="5574530" y="6390047"/>
            <a:ext cx="190609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双环点位轨迹</a:t>
            </a:r>
            <a:endParaRPr lang="en-US" altLang="zh-CN" sz="24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3" name="文本框 124">
            <a:extLst>
              <a:ext uri="{FF2B5EF4-FFF2-40B4-BE49-F238E27FC236}">
                <a16:creationId xmlns:a16="http://schemas.microsoft.com/office/drawing/2014/main" id="{49F8803C-925B-025D-3E60-7872A8648078}"/>
              </a:ext>
            </a:extLst>
          </p:cNvPr>
          <p:cNvSpPr txBox="1"/>
          <p:nvPr/>
        </p:nvSpPr>
        <p:spPr>
          <a:xfrm>
            <a:off x="2667202" y="6390047"/>
            <a:ext cx="200639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目标圆域边界</a:t>
            </a:r>
            <a:endParaRPr lang="zh-CN" altLang="en-US" sz="2400" b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4" name="文本框 125">
            <a:extLst>
              <a:ext uri="{FF2B5EF4-FFF2-40B4-BE49-F238E27FC236}">
                <a16:creationId xmlns:a16="http://schemas.microsoft.com/office/drawing/2014/main" id="{C41D5B0F-137A-8167-A2E7-BBCE20FB00A4}"/>
              </a:ext>
            </a:extLst>
          </p:cNvPr>
          <p:cNvSpPr txBox="1"/>
          <p:nvPr/>
        </p:nvSpPr>
        <p:spPr>
          <a:xfrm>
            <a:off x="15458336" y="4026427"/>
            <a:ext cx="36789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路线废弃标记</a:t>
            </a:r>
            <a:endParaRPr lang="zh-CN" altLang="en-US" sz="2400" b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5" name="文本框 126">
            <a:extLst>
              <a:ext uri="{FF2B5EF4-FFF2-40B4-BE49-F238E27FC236}">
                <a16:creationId xmlns:a16="http://schemas.microsoft.com/office/drawing/2014/main" id="{65C8D828-0C90-901A-0AD8-AF544812F3CE}"/>
              </a:ext>
            </a:extLst>
          </p:cNvPr>
          <p:cNvSpPr txBox="1"/>
          <p:nvPr/>
        </p:nvSpPr>
        <p:spPr>
          <a:xfrm>
            <a:off x="2983482" y="191756"/>
            <a:ext cx="663739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中心双圆环：全向与定向源的全覆盖设计</a:t>
            </a:r>
            <a:endParaRPr lang="en-US" altLang="zh-CN" sz="2800" b="0" dirty="0"/>
          </a:p>
        </p:txBody>
      </p:sp>
      <p:sp>
        <p:nvSpPr>
          <p:cNvPr id="286" name="文本框 117">
            <a:extLst>
              <a:ext uri="{FF2B5EF4-FFF2-40B4-BE49-F238E27FC236}">
                <a16:creationId xmlns:a16="http://schemas.microsoft.com/office/drawing/2014/main" id="{5AA3BE34-7701-2B81-5B7E-A2D86F087236}"/>
              </a:ext>
            </a:extLst>
          </p:cNvPr>
          <p:cNvSpPr txBox="1"/>
          <p:nvPr/>
        </p:nvSpPr>
        <p:spPr>
          <a:xfrm>
            <a:off x="2999906" y="4448485"/>
            <a:ext cx="249952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半圆内无扫描点</a:t>
            </a:r>
            <a:endParaRPr lang="en-US" altLang="zh-CN" sz="2200" b="0" dirty="0"/>
          </a:p>
        </p:txBody>
      </p:sp>
      <p:sp>
        <p:nvSpPr>
          <p:cNvPr id="287" name="文本框 117">
            <a:extLst>
              <a:ext uri="{FF2B5EF4-FFF2-40B4-BE49-F238E27FC236}">
                <a16:creationId xmlns:a16="http://schemas.microsoft.com/office/drawing/2014/main" id="{4284E4E5-72E5-585C-6A45-9E1C2CA7922E}"/>
              </a:ext>
            </a:extLst>
          </p:cNvPr>
          <p:cNvSpPr txBox="1"/>
          <p:nvPr/>
        </p:nvSpPr>
        <p:spPr>
          <a:xfrm>
            <a:off x="1935129" y="1026549"/>
            <a:ext cx="125486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solidFill>
                  <a:srgbClr val="FE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覆盖不足</a:t>
            </a:r>
            <a:endParaRPr lang="en-US" altLang="zh-CN" sz="2400" b="0" dirty="0">
              <a:solidFill>
                <a:srgbClr val="FE0000"/>
              </a:solidFill>
            </a:endParaRPr>
          </a:p>
        </p:txBody>
      </p:sp>
      <p:sp>
        <p:nvSpPr>
          <p:cNvPr id="288" name="文本框 117">
            <a:extLst>
              <a:ext uri="{FF2B5EF4-FFF2-40B4-BE49-F238E27FC236}">
                <a16:creationId xmlns:a16="http://schemas.microsoft.com/office/drawing/2014/main" id="{512BA8C4-65EA-7693-2684-6B68C36BAE5C}"/>
              </a:ext>
            </a:extLst>
          </p:cNvPr>
          <p:cNvSpPr txBox="1"/>
          <p:nvPr/>
        </p:nvSpPr>
        <p:spPr>
          <a:xfrm>
            <a:off x="2999906" y="5050304"/>
            <a:ext cx="249952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存在明显漏检</a:t>
            </a:r>
            <a:endParaRPr lang="en-US" altLang="zh-CN" sz="2200" b="0" dirty="0"/>
          </a:p>
        </p:txBody>
      </p:sp>
      <p:sp>
        <p:nvSpPr>
          <p:cNvPr id="289" name="文本框 117">
            <a:extLst>
              <a:ext uri="{FF2B5EF4-FFF2-40B4-BE49-F238E27FC236}">
                <a16:creationId xmlns:a16="http://schemas.microsoft.com/office/drawing/2014/main" id="{BB227E9F-6221-E571-0E91-E0E69289A597}"/>
              </a:ext>
            </a:extLst>
          </p:cNvPr>
          <p:cNvSpPr txBox="1"/>
          <p:nvPr/>
        </p:nvSpPr>
        <p:spPr>
          <a:xfrm>
            <a:off x="10270910" y="4465851"/>
            <a:ext cx="249952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0" dirty="0">
                <a:latin typeface="宋体" panose="02010600030101010101" pitchFamily="2" charset="-122"/>
                <a:ea typeface="宋体" panose="02010600030101010101" pitchFamily="2" charset="-122"/>
              </a:rPr>
              <a:t>任意方向均可发现</a:t>
            </a:r>
            <a:endParaRPr lang="en-US" altLang="zh-CN" sz="22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0" name="文本框 117">
            <a:extLst>
              <a:ext uri="{FF2B5EF4-FFF2-40B4-BE49-F238E27FC236}">
                <a16:creationId xmlns:a16="http://schemas.microsoft.com/office/drawing/2014/main" id="{7C30EAFA-7FCA-C572-9D06-80003A41857B}"/>
              </a:ext>
            </a:extLst>
          </p:cNvPr>
          <p:cNvSpPr txBox="1"/>
          <p:nvPr/>
        </p:nvSpPr>
        <p:spPr>
          <a:xfrm>
            <a:off x="8611737" y="1026549"/>
            <a:ext cx="2798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充分覆盖</a:t>
            </a:r>
            <a:r>
              <a:rPr lang="en-US" altLang="zh-CN" sz="2400" b="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400" b="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极致成本</a:t>
            </a:r>
            <a:endParaRPr lang="en-US" altLang="zh-CN" sz="2400" b="0" dirty="0">
              <a:solidFill>
                <a:srgbClr val="00B050"/>
              </a:solidFill>
            </a:endParaRPr>
          </a:p>
        </p:txBody>
      </p:sp>
      <p:sp>
        <p:nvSpPr>
          <p:cNvPr id="291" name="文本框 117">
            <a:extLst>
              <a:ext uri="{FF2B5EF4-FFF2-40B4-BE49-F238E27FC236}">
                <a16:creationId xmlns:a16="http://schemas.microsoft.com/office/drawing/2014/main" id="{A77627BB-CD43-3B18-7231-8CAED75FDA5F}"/>
              </a:ext>
            </a:extLst>
          </p:cNvPr>
          <p:cNvSpPr txBox="1"/>
          <p:nvPr/>
        </p:nvSpPr>
        <p:spPr>
          <a:xfrm>
            <a:off x="79712" y="1459113"/>
            <a:ext cx="49657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=1+7+8 |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双环半径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995/1865 m</a:t>
            </a:r>
            <a:endParaRPr lang="en-US" altLang="zh-CN" sz="2400" b="0" dirty="0"/>
          </a:p>
        </p:txBody>
      </p:sp>
      <p:sp>
        <p:nvSpPr>
          <p:cNvPr id="292" name="文本框 117">
            <a:extLst>
              <a:ext uri="{FF2B5EF4-FFF2-40B4-BE49-F238E27FC236}">
                <a16:creationId xmlns:a16="http://schemas.microsoft.com/office/drawing/2014/main" id="{0EBE1DCD-1509-2BF3-9E7B-5ECECD1C01B2}"/>
              </a:ext>
            </a:extLst>
          </p:cNvPr>
          <p:cNvSpPr txBox="1"/>
          <p:nvPr/>
        </p:nvSpPr>
        <p:spPr>
          <a:xfrm>
            <a:off x="7071649" y="1477439"/>
            <a:ext cx="50984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=1+8+12 |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双环半径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995/1865 m</a:t>
            </a:r>
            <a:endParaRPr lang="en-US" altLang="zh-CN" sz="2400" b="0" dirty="0"/>
          </a:p>
        </p:txBody>
      </p:sp>
      <p:sp>
        <p:nvSpPr>
          <p:cNvPr id="293" name="文本框 117">
            <a:extLst>
              <a:ext uri="{FF2B5EF4-FFF2-40B4-BE49-F238E27FC236}">
                <a16:creationId xmlns:a16="http://schemas.microsoft.com/office/drawing/2014/main" id="{D1344391-7B2C-B430-64BE-704F38949597}"/>
              </a:ext>
            </a:extLst>
          </p:cNvPr>
          <p:cNvSpPr txBox="1"/>
          <p:nvPr/>
        </p:nvSpPr>
        <p:spPr>
          <a:xfrm>
            <a:off x="10244970" y="5128844"/>
            <a:ext cx="249952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0" dirty="0">
                <a:latin typeface="宋体" panose="02010600030101010101" pitchFamily="2" charset="-122"/>
                <a:ea typeface="宋体" panose="02010600030101010101" pitchFamily="2" charset="-122"/>
              </a:rPr>
              <a:t>连续区域认证通过</a:t>
            </a:r>
            <a:endParaRPr lang="en-US" altLang="zh-CN" sz="22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5170E07C-B1D7-6F79-8042-E2A94E077124}"/>
                  </a:ext>
                </a:extLst>
              </p:cNvPr>
              <p:cNvSpPr txBox="1"/>
              <p:nvPr/>
            </p:nvSpPr>
            <p:spPr>
              <a:xfrm>
                <a:off x="3593330" y="3216749"/>
                <a:ext cx="4049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rgbClr val="FE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altLang="zh-CN" sz="2400" b="0" i="1" dirty="0">
                  <a:solidFill>
                    <a:srgbClr val="FE0000"/>
                  </a:solidFill>
                </a:endParaRPr>
              </a:p>
            </p:txBody>
          </p:sp>
        </mc:Choice>
        <mc:Fallback xmlns="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5170E07C-B1D7-6F79-8042-E2A94E077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330" y="3216749"/>
                <a:ext cx="404920" cy="369332"/>
              </a:xfrm>
              <a:prstGeom prst="rect">
                <a:avLst/>
              </a:prstGeom>
              <a:blipFill>
                <a:blip r:embed="rId2"/>
                <a:stretch>
                  <a:fillRect l="-149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33369A05-60BD-3375-3066-C2D7CED43920}"/>
                  </a:ext>
                </a:extLst>
              </p:cNvPr>
              <p:cNvSpPr txBox="1"/>
              <p:nvPr/>
            </p:nvSpPr>
            <p:spPr>
              <a:xfrm>
                <a:off x="11089811" y="3244334"/>
                <a:ext cx="4049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altLang="zh-CN" sz="2400" b="0" i="1" dirty="0"/>
              </a:p>
            </p:txBody>
          </p:sp>
        </mc:Choice>
        <mc:Fallback xmlns="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33369A05-60BD-3375-3066-C2D7CED43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9811" y="3244334"/>
                <a:ext cx="404920" cy="369332"/>
              </a:xfrm>
              <a:prstGeom prst="rect">
                <a:avLst/>
              </a:prstGeom>
              <a:blipFill>
                <a:blip r:embed="rId3"/>
                <a:stretch>
                  <a:fillRect l="-1493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文本框 121">
            <a:extLst>
              <a:ext uri="{FF2B5EF4-FFF2-40B4-BE49-F238E27FC236}">
                <a16:creationId xmlns:a16="http://schemas.microsoft.com/office/drawing/2014/main" id="{06D9ECBA-4F0A-0CD7-F33E-4C5205BC98AD}"/>
              </a:ext>
            </a:extLst>
          </p:cNvPr>
          <p:cNvSpPr txBox="1"/>
          <p:nvPr/>
        </p:nvSpPr>
        <p:spPr>
          <a:xfrm>
            <a:off x="8537703" y="6390047"/>
            <a:ext cx="190609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示例干扰源</a:t>
            </a:r>
            <a:endParaRPr lang="en-US" altLang="zh-CN" sz="24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1" name="星形: 五角 310">
            <a:extLst>
              <a:ext uri="{FF2B5EF4-FFF2-40B4-BE49-F238E27FC236}">
                <a16:creationId xmlns:a16="http://schemas.microsoft.com/office/drawing/2014/main" id="{6685B98E-0C2D-77E7-6BC1-7B22BEB2BAB9}"/>
              </a:ext>
            </a:extLst>
          </p:cNvPr>
          <p:cNvSpPr/>
          <p:nvPr/>
        </p:nvSpPr>
        <p:spPr>
          <a:xfrm>
            <a:off x="8131442" y="6456603"/>
            <a:ext cx="230538" cy="219255"/>
          </a:xfrm>
          <a:prstGeom prst="star5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166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59FFBD6A-4E7D-C12B-29A9-62E18B68E4EA}"/>
              </a:ext>
            </a:extLst>
          </p:cNvPr>
          <p:cNvSpPr>
            <a:spLocks noChangeAspect="1"/>
          </p:cNvSpPr>
          <p:nvPr/>
        </p:nvSpPr>
        <p:spPr>
          <a:xfrm>
            <a:off x="2050789" y="1626416"/>
            <a:ext cx="3303959" cy="3303959"/>
          </a:xfrm>
          <a:prstGeom prst="ellipse">
            <a:avLst/>
          </a:prstGeom>
          <a:solidFill>
            <a:srgbClr val="266AA9">
              <a:alpha val="13000"/>
            </a:srgb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45B3723-5652-8BED-6A0B-B85E00E60743}"/>
              </a:ext>
            </a:extLst>
          </p:cNvPr>
          <p:cNvCxnSpPr>
            <a:cxnSpLocks/>
            <a:endCxn id="17" idx="2"/>
          </p:cNvCxnSpPr>
          <p:nvPr/>
        </p:nvCxnSpPr>
        <p:spPr>
          <a:xfrm flipH="1" flipV="1">
            <a:off x="3104756" y="3005608"/>
            <a:ext cx="344538" cy="508792"/>
          </a:xfrm>
          <a:prstGeom prst="line">
            <a:avLst/>
          </a:prstGeom>
          <a:ln w="53975">
            <a:solidFill>
              <a:schemeClr val="accent5">
                <a:lumMod val="50000"/>
              </a:schemeClr>
            </a:solidFill>
            <a:prstDash val="solid"/>
            <a:headEnd type="none" w="sm" len="med"/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992CD28-A705-26A9-50AC-56987AA5A0D7}"/>
              </a:ext>
            </a:extLst>
          </p:cNvPr>
          <p:cNvSpPr>
            <a:spLocks noChangeAspect="1"/>
          </p:cNvSpPr>
          <p:nvPr/>
        </p:nvSpPr>
        <p:spPr>
          <a:xfrm flipH="1">
            <a:off x="3775980" y="2036429"/>
            <a:ext cx="56547" cy="56547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8FFA092-3AE1-D015-08DB-07A1E3F914BD}"/>
              </a:ext>
            </a:extLst>
          </p:cNvPr>
          <p:cNvSpPr>
            <a:spLocks noChangeAspect="1"/>
          </p:cNvSpPr>
          <p:nvPr/>
        </p:nvSpPr>
        <p:spPr>
          <a:xfrm flipH="1">
            <a:off x="4812590" y="2548692"/>
            <a:ext cx="56547" cy="56547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5F7D68C-1E6A-77E7-97CC-5FB6E9EC1012}"/>
              </a:ext>
            </a:extLst>
          </p:cNvPr>
          <p:cNvSpPr>
            <a:spLocks noChangeAspect="1"/>
          </p:cNvSpPr>
          <p:nvPr/>
        </p:nvSpPr>
        <p:spPr>
          <a:xfrm flipH="1">
            <a:off x="2642571" y="2418170"/>
            <a:ext cx="56547" cy="56547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40DC093-7F82-BB97-41DB-BD7A4352D44B}"/>
              </a:ext>
            </a:extLst>
          </p:cNvPr>
          <p:cNvSpPr>
            <a:spLocks noChangeAspect="1"/>
          </p:cNvSpPr>
          <p:nvPr/>
        </p:nvSpPr>
        <p:spPr>
          <a:xfrm flipH="1">
            <a:off x="2679880" y="4271244"/>
            <a:ext cx="56547" cy="56547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A733869-0A3E-2E35-D68F-1CFFA595ACA9}"/>
              </a:ext>
            </a:extLst>
          </p:cNvPr>
          <p:cNvSpPr>
            <a:spLocks noChangeAspect="1"/>
          </p:cNvSpPr>
          <p:nvPr/>
        </p:nvSpPr>
        <p:spPr>
          <a:xfrm flipH="1">
            <a:off x="4062243" y="4529862"/>
            <a:ext cx="56547" cy="56547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5FA4A47-9911-EA5A-CF7F-2E2C0DB9A738}"/>
              </a:ext>
            </a:extLst>
          </p:cNvPr>
          <p:cNvCxnSpPr>
            <a:cxnSpLocks/>
          </p:cNvCxnSpPr>
          <p:nvPr/>
        </p:nvCxnSpPr>
        <p:spPr>
          <a:xfrm flipV="1">
            <a:off x="2719056" y="2080957"/>
            <a:ext cx="1028773" cy="351949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7ECFEB1-13AA-D342-6F64-CFE60704A6F5}"/>
              </a:ext>
            </a:extLst>
          </p:cNvPr>
          <p:cNvCxnSpPr>
            <a:cxnSpLocks/>
          </p:cNvCxnSpPr>
          <p:nvPr/>
        </p:nvCxnSpPr>
        <p:spPr>
          <a:xfrm>
            <a:off x="3832527" y="2119429"/>
            <a:ext cx="535845" cy="936155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6163506-5DFC-EEA8-582E-4B4625B3B96A}"/>
              </a:ext>
            </a:extLst>
          </p:cNvPr>
          <p:cNvCxnSpPr>
            <a:cxnSpLocks/>
          </p:cNvCxnSpPr>
          <p:nvPr/>
        </p:nvCxnSpPr>
        <p:spPr>
          <a:xfrm flipV="1">
            <a:off x="4424647" y="2607376"/>
            <a:ext cx="396493" cy="450346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43C190EB-F823-7B63-BF6C-6A0132D3C19A}"/>
              </a:ext>
            </a:extLst>
          </p:cNvPr>
          <p:cNvSpPr>
            <a:spLocks noChangeAspect="1"/>
          </p:cNvSpPr>
          <p:nvPr/>
        </p:nvSpPr>
        <p:spPr>
          <a:xfrm flipH="1">
            <a:off x="3027073" y="2927925"/>
            <a:ext cx="77682" cy="77682"/>
          </a:xfrm>
          <a:prstGeom prst="triangle">
            <a:avLst/>
          </a:prstGeom>
          <a:solidFill>
            <a:srgbClr val="FF9E7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5002250D-8DF0-439A-5585-E706DE72A36B}"/>
              </a:ext>
            </a:extLst>
          </p:cNvPr>
          <p:cNvSpPr>
            <a:spLocks noChangeAspect="1"/>
          </p:cNvSpPr>
          <p:nvPr/>
        </p:nvSpPr>
        <p:spPr>
          <a:xfrm flipH="1">
            <a:off x="4351410" y="3032462"/>
            <a:ext cx="77682" cy="77682"/>
          </a:xfrm>
          <a:prstGeom prst="triangle">
            <a:avLst/>
          </a:prstGeom>
          <a:solidFill>
            <a:srgbClr val="FF9E7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75A9D20-BBEF-BEC6-E34D-3D715D7105C4}"/>
              </a:ext>
            </a:extLst>
          </p:cNvPr>
          <p:cNvCxnSpPr>
            <a:cxnSpLocks/>
            <a:stCxn id="22" idx="5"/>
            <a:endCxn id="13" idx="1"/>
          </p:cNvCxnSpPr>
          <p:nvPr/>
        </p:nvCxnSpPr>
        <p:spPr>
          <a:xfrm flipH="1">
            <a:off x="4110509" y="3770214"/>
            <a:ext cx="776619" cy="767929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78B66A-EF4C-026D-9605-CC8DF33C2765}"/>
              </a:ext>
            </a:extLst>
          </p:cNvPr>
          <p:cNvCxnSpPr>
            <a:cxnSpLocks/>
          </p:cNvCxnSpPr>
          <p:nvPr/>
        </p:nvCxnSpPr>
        <p:spPr>
          <a:xfrm>
            <a:off x="4840864" y="2626125"/>
            <a:ext cx="66256" cy="1074937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A51E0E8-21D6-AA2A-FD5F-C3C89F13D790}"/>
              </a:ext>
            </a:extLst>
          </p:cNvPr>
          <p:cNvCxnSpPr>
            <a:cxnSpLocks/>
          </p:cNvCxnSpPr>
          <p:nvPr/>
        </p:nvCxnSpPr>
        <p:spPr>
          <a:xfrm flipH="1">
            <a:off x="4645513" y="3784418"/>
            <a:ext cx="232423" cy="315904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B1CEBDFC-568D-69B6-B9F6-15513B260BEB}"/>
              </a:ext>
            </a:extLst>
          </p:cNvPr>
          <p:cNvSpPr>
            <a:spLocks noChangeAspect="1"/>
          </p:cNvSpPr>
          <p:nvPr/>
        </p:nvSpPr>
        <p:spPr>
          <a:xfrm flipH="1">
            <a:off x="4878847" y="3721948"/>
            <a:ext cx="56547" cy="56547"/>
          </a:xfrm>
          <a:prstGeom prst="ellipse">
            <a:avLst/>
          </a:prstGeom>
          <a:solidFill>
            <a:srgbClr val="266AA9"/>
          </a:solidFill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加号 22">
            <a:extLst>
              <a:ext uri="{FF2B5EF4-FFF2-40B4-BE49-F238E27FC236}">
                <a16:creationId xmlns:a16="http://schemas.microsoft.com/office/drawing/2014/main" id="{06BDD165-8E44-A49B-E85B-AA7A2B7AB61D}"/>
              </a:ext>
            </a:extLst>
          </p:cNvPr>
          <p:cNvSpPr>
            <a:spLocks noChangeAspect="1"/>
          </p:cNvSpPr>
          <p:nvPr/>
        </p:nvSpPr>
        <p:spPr>
          <a:xfrm flipH="1">
            <a:off x="4566958" y="4080818"/>
            <a:ext cx="116523" cy="116523"/>
          </a:xfrm>
          <a:prstGeom prst="mathPlus">
            <a:avLst/>
          </a:prstGeom>
          <a:solidFill>
            <a:srgbClr val="92D05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428746A-9A78-8081-D7F2-8FE5C5FD698A}"/>
              </a:ext>
            </a:extLst>
          </p:cNvPr>
          <p:cNvCxnSpPr>
            <a:cxnSpLocks/>
          </p:cNvCxnSpPr>
          <p:nvPr/>
        </p:nvCxnSpPr>
        <p:spPr>
          <a:xfrm flipH="1">
            <a:off x="4118790" y="4158251"/>
            <a:ext cx="448169" cy="371611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F6E696F-8FB9-7447-5553-FA65CC220535}"/>
              </a:ext>
            </a:extLst>
          </p:cNvPr>
          <p:cNvCxnSpPr>
            <a:cxnSpLocks/>
          </p:cNvCxnSpPr>
          <p:nvPr/>
        </p:nvCxnSpPr>
        <p:spPr>
          <a:xfrm flipH="1" flipV="1">
            <a:off x="2762351" y="4299518"/>
            <a:ext cx="1273967" cy="246506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732729E-F7E4-AE42-227C-BF99664266D0}"/>
              </a:ext>
            </a:extLst>
          </p:cNvPr>
          <p:cNvCxnSpPr>
            <a:cxnSpLocks/>
          </p:cNvCxnSpPr>
          <p:nvPr/>
        </p:nvCxnSpPr>
        <p:spPr>
          <a:xfrm flipH="1">
            <a:off x="2613375" y="2969736"/>
            <a:ext cx="403484" cy="124321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加号 26">
            <a:extLst>
              <a:ext uri="{FF2B5EF4-FFF2-40B4-BE49-F238E27FC236}">
                <a16:creationId xmlns:a16="http://schemas.microsoft.com/office/drawing/2014/main" id="{85363D8E-583F-BEAC-7214-688913667538}"/>
              </a:ext>
            </a:extLst>
          </p:cNvPr>
          <p:cNvSpPr>
            <a:spLocks noChangeAspect="1"/>
          </p:cNvSpPr>
          <p:nvPr/>
        </p:nvSpPr>
        <p:spPr>
          <a:xfrm flipH="1">
            <a:off x="2516909" y="3066655"/>
            <a:ext cx="116523" cy="116523"/>
          </a:xfrm>
          <a:prstGeom prst="mathPlus">
            <a:avLst/>
          </a:prstGeom>
          <a:solidFill>
            <a:srgbClr val="92D05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EF0DEB-4D17-FDCC-DF8D-B86BE7E9F919}"/>
              </a:ext>
            </a:extLst>
          </p:cNvPr>
          <p:cNvCxnSpPr>
            <a:cxnSpLocks/>
            <a:endCxn id="12" idx="1"/>
          </p:cNvCxnSpPr>
          <p:nvPr/>
        </p:nvCxnSpPr>
        <p:spPr>
          <a:xfrm flipH="1">
            <a:off x="2728146" y="3510533"/>
            <a:ext cx="728299" cy="768993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乘号 28">
            <a:extLst>
              <a:ext uri="{FF2B5EF4-FFF2-40B4-BE49-F238E27FC236}">
                <a16:creationId xmlns:a16="http://schemas.microsoft.com/office/drawing/2014/main" id="{E86E3172-5197-CFB7-B198-9ED517306A54}"/>
              </a:ext>
            </a:extLst>
          </p:cNvPr>
          <p:cNvSpPr>
            <a:spLocks noChangeAspect="1"/>
          </p:cNvSpPr>
          <p:nvPr/>
        </p:nvSpPr>
        <p:spPr>
          <a:xfrm flipH="1">
            <a:off x="3032007" y="3858501"/>
            <a:ext cx="96938" cy="96938"/>
          </a:xfrm>
          <a:prstGeom prst="mathMultiply">
            <a:avLst/>
          </a:prstGeom>
          <a:solidFill>
            <a:srgbClr val="FF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D31C4E7-84C3-C131-CFD2-32DACEBE5B18}"/>
              </a:ext>
            </a:extLst>
          </p:cNvPr>
          <p:cNvCxnSpPr>
            <a:cxnSpLocks/>
          </p:cNvCxnSpPr>
          <p:nvPr/>
        </p:nvCxnSpPr>
        <p:spPr>
          <a:xfrm flipH="1" flipV="1">
            <a:off x="3832527" y="2084695"/>
            <a:ext cx="966070" cy="472547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菱形 30">
            <a:extLst>
              <a:ext uri="{FF2B5EF4-FFF2-40B4-BE49-F238E27FC236}">
                <a16:creationId xmlns:a16="http://schemas.microsoft.com/office/drawing/2014/main" id="{0D30FF71-ED8E-E224-19C9-9AA25FBEA9A2}"/>
              </a:ext>
            </a:extLst>
          </p:cNvPr>
          <p:cNvSpPr>
            <a:spLocks noChangeAspect="1"/>
          </p:cNvSpPr>
          <p:nvPr/>
        </p:nvSpPr>
        <p:spPr>
          <a:xfrm flipH="1">
            <a:off x="3403022" y="3457852"/>
            <a:ext cx="113094" cy="113094"/>
          </a:xfrm>
          <a:prstGeom prst="diamond">
            <a:avLst/>
          </a:prstGeom>
          <a:solidFill>
            <a:srgbClr val="B71D3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E66C61A-FB72-EE97-DEE4-E5A4EFD2B7D0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670123" y="2502725"/>
            <a:ext cx="38031" cy="1768519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dash"/>
            <a:headEnd type="none" w="sm" len="med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20324D8-769C-1966-0816-C30AB024E5CC}"/>
              </a:ext>
            </a:extLst>
          </p:cNvPr>
          <p:cNvCxnSpPr>
            <a:cxnSpLocks/>
          </p:cNvCxnSpPr>
          <p:nvPr/>
        </p:nvCxnSpPr>
        <p:spPr>
          <a:xfrm flipV="1">
            <a:off x="2562318" y="2499876"/>
            <a:ext cx="102114" cy="555709"/>
          </a:xfrm>
          <a:prstGeom prst="line">
            <a:avLst/>
          </a:prstGeom>
          <a:ln w="28575">
            <a:solidFill>
              <a:srgbClr val="266AA9"/>
            </a:solidFill>
            <a:prstDash val="solid"/>
            <a:headEnd type="none" w="sm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A2D3BC7B-54D7-0A6A-709F-119A7BE06873}"/>
              </a:ext>
            </a:extLst>
          </p:cNvPr>
          <p:cNvSpPr>
            <a:spLocks noChangeAspect="1"/>
          </p:cNvSpPr>
          <p:nvPr/>
        </p:nvSpPr>
        <p:spPr>
          <a:xfrm>
            <a:off x="-1626580" y="1539764"/>
            <a:ext cx="3303959" cy="3303959"/>
          </a:xfrm>
          <a:prstGeom prst="ellipse">
            <a:avLst/>
          </a:prstGeom>
          <a:noFill/>
          <a:ln w="22225">
            <a:solidFill>
              <a:schemeClr val="accent1">
                <a:shade val="15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星形: 五角 35">
            <a:extLst>
              <a:ext uri="{FF2B5EF4-FFF2-40B4-BE49-F238E27FC236}">
                <a16:creationId xmlns:a16="http://schemas.microsoft.com/office/drawing/2014/main" id="{CE1826CB-54FB-5F10-E0D4-8B4A5B901139}"/>
              </a:ext>
            </a:extLst>
          </p:cNvPr>
          <p:cNvSpPr>
            <a:spLocks noChangeAspect="1"/>
          </p:cNvSpPr>
          <p:nvPr/>
        </p:nvSpPr>
        <p:spPr>
          <a:xfrm>
            <a:off x="1559718" y="2722990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BB4993F2-C37F-DD46-FB5B-5C385AC072B6}"/>
              </a:ext>
            </a:extLst>
          </p:cNvPr>
          <p:cNvSpPr>
            <a:spLocks noChangeAspect="1"/>
          </p:cNvSpPr>
          <p:nvPr/>
        </p:nvSpPr>
        <p:spPr>
          <a:xfrm flipH="1">
            <a:off x="-41245" y="3143477"/>
            <a:ext cx="113094" cy="113094"/>
          </a:xfrm>
          <a:prstGeom prst="diamond">
            <a:avLst/>
          </a:prstGeom>
          <a:solidFill>
            <a:srgbClr val="B71D3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1257139-C472-A6D8-B161-F6B39548335C}"/>
              </a:ext>
            </a:extLst>
          </p:cNvPr>
          <p:cNvSpPr>
            <a:spLocks noChangeAspect="1"/>
          </p:cNvSpPr>
          <p:nvPr/>
        </p:nvSpPr>
        <p:spPr>
          <a:xfrm flipH="1">
            <a:off x="637501" y="2531260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E2D470F-630A-EE20-3298-55AB319C9078}"/>
              </a:ext>
            </a:extLst>
          </p:cNvPr>
          <p:cNvSpPr>
            <a:spLocks noChangeAspect="1"/>
          </p:cNvSpPr>
          <p:nvPr/>
        </p:nvSpPr>
        <p:spPr>
          <a:xfrm flipH="1">
            <a:off x="924839" y="3178889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C71C99C-2F16-2CE3-300F-DA4A6998B1BC}"/>
              </a:ext>
            </a:extLst>
          </p:cNvPr>
          <p:cNvSpPr>
            <a:spLocks noChangeAspect="1"/>
          </p:cNvSpPr>
          <p:nvPr/>
        </p:nvSpPr>
        <p:spPr>
          <a:xfrm flipH="1">
            <a:off x="1703327" y="3178624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2373DA-E9E9-2C6D-DCA5-7DD2BC93ACC7}"/>
              </a:ext>
            </a:extLst>
          </p:cNvPr>
          <p:cNvSpPr>
            <a:spLocks noChangeAspect="1"/>
          </p:cNvSpPr>
          <p:nvPr/>
        </p:nvSpPr>
        <p:spPr>
          <a:xfrm flipH="1">
            <a:off x="1329904" y="2711031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65A1CBDB-4E0E-CBFA-C19C-42B2AB242C1E}"/>
              </a:ext>
            </a:extLst>
          </p:cNvPr>
          <p:cNvSpPr>
            <a:spLocks noChangeAspect="1"/>
          </p:cNvSpPr>
          <p:nvPr/>
        </p:nvSpPr>
        <p:spPr>
          <a:xfrm flipH="1">
            <a:off x="1496568" y="2708722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A50BC70F-4420-D675-AA9A-85D318E972D9}"/>
              </a:ext>
            </a:extLst>
          </p:cNvPr>
          <p:cNvSpPr>
            <a:spLocks noChangeAspect="1"/>
          </p:cNvSpPr>
          <p:nvPr/>
        </p:nvSpPr>
        <p:spPr>
          <a:xfrm flipH="1">
            <a:off x="1488186" y="2303647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5F5FDC15-5AAB-2043-7A16-768C61C5B506}"/>
              </a:ext>
            </a:extLst>
          </p:cNvPr>
          <p:cNvSpPr>
            <a:spLocks noChangeAspect="1"/>
          </p:cNvSpPr>
          <p:nvPr/>
        </p:nvSpPr>
        <p:spPr>
          <a:xfrm flipH="1">
            <a:off x="857264" y="1685580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8F9620A-A4AC-75DB-0896-347B6A2EA9C8}"/>
              </a:ext>
            </a:extLst>
          </p:cNvPr>
          <p:cNvSpPr>
            <a:spLocks noChangeAspect="1"/>
          </p:cNvSpPr>
          <p:nvPr/>
        </p:nvSpPr>
        <p:spPr>
          <a:xfrm flipH="1">
            <a:off x="624284" y="2053179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D9A3535B-36BA-83B5-2214-6DB4C920CE39}"/>
              </a:ext>
            </a:extLst>
          </p:cNvPr>
          <p:cNvSpPr>
            <a:spLocks noChangeAspect="1"/>
          </p:cNvSpPr>
          <p:nvPr/>
        </p:nvSpPr>
        <p:spPr>
          <a:xfrm flipH="1">
            <a:off x="4224" y="1467337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371F0DE-791E-C23E-70D6-AE66493C47D1}"/>
              </a:ext>
            </a:extLst>
          </p:cNvPr>
          <p:cNvSpPr>
            <a:spLocks noChangeAspect="1"/>
          </p:cNvSpPr>
          <p:nvPr/>
        </p:nvSpPr>
        <p:spPr>
          <a:xfrm flipH="1">
            <a:off x="-113094" y="2210700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4632084-BF52-E8A2-11CB-88B335E544B1}"/>
              </a:ext>
            </a:extLst>
          </p:cNvPr>
          <p:cNvSpPr>
            <a:spLocks noChangeAspect="1"/>
          </p:cNvSpPr>
          <p:nvPr/>
        </p:nvSpPr>
        <p:spPr>
          <a:xfrm flipH="1">
            <a:off x="0" y="2247100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10EC9B3-B6A5-1634-7603-8C62C1B698B6}"/>
              </a:ext>
            </a:extLst>
          </p:cNvPr>
          <p:cNvSpPr>
            <a:spLocks noChangeAspect="1"/>
          </p:cNvSpPr>
          <p:nvPr/>
        </p:nvSpPr>
        <p:spPr>
          <a:xfrm flipH="1">
            <a:off x="-56547" y="2230846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3888DC11-42FA-AD5E-29BE-5693BC4A5F85}"/>
              </a:ext>
            </a:extLst>
          </p:cNvPr>
          <p:cNvSpPr>
            <a:spLocks noChangeAspect="1"/>
          </p:cNvSpPr>
          <p:nvPr/>
        </p:nvSpPr>
        <p:spPr>
          <a:xfrm flipH="1">
            <a:off x="-648740" y="2536807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89079F06-9A06-67D6-25DB-9F443EB4BDD7}"/>
              </a:ext>
            </a:extLst>
          </p:cNvPr>
          <p:cNvSpPr>
            <a:spLocks noChangeAspect="1"/>
          </p:cNvSpPr>
          <p:nvPr/>
        </p:nvSpPr>
        <p:spPr>
          <a:xfrm flipH="1">
            <a:off x="-778685" y="3078502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4838B091-D102-2A4A-65B6-36BA4AD33A47}"/>
              </a:ext>
            </a:extLst>
          </p:cNvPr>
          <p:cNvSpPr>
            <a:spLocks noChangeAspect="1"/>
          </p:cNvSpPr>
          <p:nvPr/>
        </p:nvSpPr>
        <p:spPr>
          <a:xfrm flipH="1">
            <a:off x="-1002571" y="3088752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33169BFF-8949-2337-B046-C4A585257805}"/>
              </a:ext>
            </a:extLst>
          </p:cNvPr>
          <p:cNvSpPr>
            <a:spLocks noChangeAspect="1"/>
          </p:cNvSpPr>
          <p:nvPr/>
        </p:nvSpPr>
        <p:spPr>
          <a:xfrm flipH="1">
            <a:off x="-537578" y="3145469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6F035B6-D161-D112-A1E9-FFCB36DC8DB4}"/>
              </a:ext>
            </a:extLst>
          </p:cNvPr>
          <p:cNvSpPr>
            <a:spLocks noChangeAspect="1"/>
          </p:cNvSpPr>
          <p:nvPr/>
        </p:nvSpPr>
        <p:spPr>
          <a:xfrm flipH="1">
            <a:off x="-638852" y="3625441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2E44BFE4-2081-1EBC-A30C-115CE2EF9519}"/>
              </a:ext>
            </a:extLst>
          </p:cNvPr>
          <p:cNvSpPr>
            <a:spLocks noChangeAspect="1"/>
          </p:cNvSpPr>
          <p:nvPr/>
        </p:nvSpPr>
        <p:spPr>
          <a:xfrm flipH="1">
            <a:off x="-640667" y="3821120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AFAF7260-8CAF-B1F8-4CC0-27565CE7BB8A}"/>
              </a:ext>
            </a:extLst>
          </p:cNvPr>
          <p:cNvSpPr>
            <a:spLocks noChangeAspect="1"/>
          </p:cNvSpPr>
          <p:nvPr/>
        </p:nvSpPr>
        <p:spPr>
          <a:xfrm flipH="1">
            <a:off x="-418553" y="3510968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821B0EAD-E330-F648-681E-26A1ECA5BAAA}"/>
              </a:ext>
            </a:extLst>
          </p:cNvPr>
          <p:cNvSpPr>
            <a:spLocks noChangeAspect="1"/>
          </p:cNvSpPr>
          <p:nvPr/>
        </p:nvSpPr>
        <p:spPr>
          <a:xfrm flipH="1">
            <a:off x="-309016" y="3375880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4E6088F-B572-5087-B702-47E45A4022C4}"/>
              </a:ext>
            </a:extLst>
          </p:cNvPr>
          <p:cNvSpPr>
            <a:spLocks noChangeAspect="1"/>
          </p:cNvSpPr>
          <p:nvPr/>
        </p:nvSpPr>
        <p:spPr>
          <a:xfrm flipH="1">
            <a:off x="-149094" y="3266108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BA58C5FA-2575-B229-0853-5234AC500DDD}"/>
              </a:ext>
            </a:extLst>
          </p:cNvPr>
          <p:cNvSpPr>
            <a:spLocks noChangeAspect="1"/>
          </p:cNvSpPr>
          <p:nvPr/>
        </p:nvSpPr>
        <p:spPr>
          <a:xfrm flipH="1">
            <a:off x="-149119" y="3954912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09976EC-5254-AC03-D08A-BAA896CA96E6}"/>
              </a:ext>
            </a:extLst>
          </p:cNvPr>
          <p:cNvSpPr>
            <a:spLocks noChangeAspect="1"/>
          </p:cNvSpPr>
          <p:nvPr/>
        </p:nvSpPr>
        <p:spPr>
          <a:xfrm flipH="1">
            <a:off x="637501" y="3816365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910A5DAD-453F-22D3-03DC-97847EE9393B}"/>
              </a:ext>
            </a:extLst>
          </p:cNvPr>
          <p:cNvSpPr>
            <a:spLocks noChangeAspect="1"/>
          </p:cNvSpPr>
          <p:nvPr/>
        </p:nvSpPr>
        <p:spPr>
          <a:xfrm flipH="1">
            <a:off x="1131773" y="3964631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6824022-1E34-D13D-1FA1-B55E5C2C1DE2}"/>
              </a:ext>
            </a:extLst>
          </p:cNvPr>
          <p:cNvSpPr>
            <a:spLocks noChangeAspect="1"/>
          </p:cNvSpPr>
          <p:nvPr/>
        </p:nvSpPr>
        <p:spPr>
          <a:xfrm flipH="1">
            <a:off x="1487078" y="4021863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D6D138D-875B-B602-32F7-B964A018EC8E}"/>
              </a:ext>
            </a:extLst>
          </p:cNvPr>
          <p:cNvSpPr>
            <a:spLocks noChangeAspect="1"/>
          </p:cNvSpPr>
          <p:nvPr/>
        </p:nvSpPr>
        <p:spPr>
          <a:xfrm flipH="1">
            <a:off x="857264" y="4655735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24435E2E-71B3-0C6F-F5CE-90FC44FADB6E}"/>
              </a:ext>
            </a:extLst>
          </p:cNvPr>
          <p:cNvSpPr>
            <a:spLocks noChangeAspect="1"/>
          </p:cNvSpPr>
          <p:nvPr/>
        </p:nvSpPr>
        <p:spPr>
          <a:xfrm flipH="1">
            <a:off x="7399" y="4894375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6B5D9AE7-BB30-E871-8416-28F27378A1FA}"/>
              </a:ext>
            </a:extLst>
          </p:cNvPr>
          <p:cNvSpPr>
            <a:spLocks noChangeAspect="1"/>
          </p:cNvSpPr>
          <p:nvPr/>
        </p:nvSpPr>
        <p:spPr>
          <a:xfrm flipH="1">
            <a:off x="338089" y="4532783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1841897-9BD9-0B41-0D98-91709ECB01EB}"/>
              </a:ext>
            </a:extLst>
          </p:cNvPr>
          <p:cNvSpPr>
            <a:spLocks noChangeAspect="1"/>
          </p:cNvSpPr>
          <p:nvPr/>
        </p:nvSpPr>
        <p:spPr>
          <a:xfrm flipH="1">
            <a:off x="94974" y="4351286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67AD1B71-B93F-111A-0217-B7F189BEB2AE}"/>
              </a:ext>
            </a:extLst>
          </p:cNvPr>
          <p:cNvSpPr>
            <a:spLocks noChangeAspect="1"/>
          </p:cNvSpPr>
          <p:nvPr/>
        </p:nvSpPr>
        <p:spPr>
          <a:xfrm flipH="1">
            <a:off x="6826" y="4091465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EA7D8959-7ECB-660D-C51C-4E334CB58A86}"/>
              </a:ext>
            </a:extLst>
          </p:cNvPr>
          <p:cNvSpPr>
            <a:spLocks noChangeAspect="1"/>
          </p:cNvSpPr>
          <p:nvPr/>
        </p:nvSpPr>
        <p:spPr>
          <a:xfrm flipH="1">
            <a:off x="-149119" y="4243094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5C83DD57-1B8C-93A3-3B47-C7BC7634579B}"/>
              </a:ext>
            </a:extLst>
          </p:cNvPr>
          <p:cNvSpPr>
            <a:spLocks noChangeAspect="1"/>
          </p:cNvSpPr>
          <p:nvPr/>
        </p:nvSpPr>
        <p:spPr>
          <a:xfrm flipH="1">
            <a:off x="-854211" y="4655735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D8FB352D-E170-3BE9-002B-77786F406B02}"/>
              </a:ext>
            </a:extLst>
          </p:cNvPr>
          <p:cNvSpPr>
            <a:spLocks noChangeAspect="1"/>
          </p:cNvSpPr>
          <p:nvPr/>
        </p:nvSpPr>
        <p:spPr>
          <a:xfrm flipH="1">
            <a:off x="-1475918" y="4035235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EFDD50BE-CF83-FAD3-D5FC-3CEC3968FFA1}"/>
              </a:ext>
            </a:extLst>
          </p:cNvPr>
          <p:cNvSpPr>
            <a:spLocks noChangeAspect="1"/>
          </p:cNvSpPr>
          <p:nvPr/>
        </p:nvSpPr>
        <p:spPr>
          <a:xfrm flipH="1">
            <a:off x="-1329868" y="3751097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17F941FB-5305-D1D3-55CC-48880713BCCC}"/>
              </a:ext>
            </a:extLst>
          </p:cNvPr>
          <p:cNvSpPr>
            <a:spLocks noChangeAspect="1"/>
          </p:cNvSpPr>
          <p:nvPr/>
        </p:nvSpPr>
        <p:spPr>
          <a:xfrm flipH="1">
            <a:off x="-1421943" y="3874922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D843A559-544C-C303-36DE-0C4B75E470E7}"/>
              </a:ext>
            </a:extLst>
          </p:cNvPr>
          <p:cNvSpPr>
            <a:spLocks noChangeAspect="1"/>
          </p:cNvSpPr>
          <p:nvPr/>
        </p:nvSpPr>
        <p:spPr>
          <a:xfrm flipH="1">
            <a:off x="-1707862" y="3178624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7431B0C0-EC79-076A-4A76-9242BA3C3B5D}"/>
              </a:ext>
            </a:extLst>
          </p:cNvPr>
          <p:cNvSpPr>
            <a:spLocks noChangeAspect="1"/>
          </p:cNvSpPr>
          <p:nvPr/>
        </p:nvSpPr>
        <p:spPr>
          <a:xfrm flipH="1">
            <a:off x="-1475918" y="2321647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29658B00-82AE-3C64-604B-8B71567F7AE3}"/>
              </a:ext>
            </a:extLst>
          </p:cNvPr>
          <p:cNvSpPr>
            <a:spLocks noChangeAspect="1"/>
          </p:cNvSpPr>
          <p:nvPr/>
        </p:nvSpPr>
        <p:spPr>
          <a:xfrm flipH="1">
            <a:off x="-718681" y="1880227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A9137A3-F666-E8D2-E77B-D7CA04CEBF4B}"/>
              </a:ext>
            </a:extLst>
          </p:cNvPr>
          <p:cNvSpPr>
            <a:spLocks noChangeAspect="1"/>
          </p:cNvSpPr>
          <p:nvPr/>
        </p:nvSpPr>
        <p:spPr>
          <a:xfrm flipH="1">
            <a:off x="-844093" y="1686744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B08B653-14EF-2454-99C1-208113C8A8E9}"/>
              </a:ext>
            </a:extLst>
          </p:cNvPr>
          <p:cNvSpPr>
            <a:spLocks noChangeAspect="1"/>
          </p:cNvSpPr>
          <p:nvPr/>
        </p:nvSpPr>
        <p:spPr>
          <a:xfrm flipH="1">
            <a:off x="-1109863" y="2035179"/>
            <a:ext cx="72000" cy="72000"/>
          </a:xfrm>
          <a:prstGeom prst="rect">
            <a:avLst/>
          </a:prstGeom>
          <a:solidFill>
            <a:srgbClr val="266AA9">
              <a:alpha val="99000"/>
            </a:srgb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ECFD794E-B09F-D8B6-C4F9-730C11B05AA8}"/>
              </a:ext>
            </a:extLst>
          </p:cNvPr>
          <p:cNvSpPr>
            <a:spLocks noChangeAspect="1"/>
          </p:cNvSpPr>
          <p:nvPr/>
        </p:nvSpPr>
        <p:spPr>
          <a:xfrm flipH="1">
            <a:off x="-185119" y="3349874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6AAEC167-9AA3-9C4F-096F-E619B6DE4F3A}"/>
              </a:ext>
            </a:extLst>
          </p:cNvPr>
          <p:cNvSpPr>
            <a:spLocks noChangeAspect="1"/>
          </p:cNvSpPr>
          <p:nvPr/>
        </p:nvSpPr>
        <p:spPr>
          <a:xfrm flipH="1">
            <a:off x="-718681" y="3125463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D6FE5D0-6129-E418-B8C8-D12BD78A3B41}"/>
              </a:ext>
            </a:extLst>
          </p:cNvPr>
          <p:cNvCxnSpPr>
            <a:cxnSpLocks/>
          </p:cNvCxnSpPr>
          <p:nvPr/>
        </p:nvCxnSpPr>
        <p:spPr>
          <a:xfrm flipV="1">
            <a:off x="47034" y="2838470"/>
            <a:ext cx="322116" cy="324894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EFB07E94-9555-9A50-4EC5-F6F230680EE5}"/>
              </a:ext>
            </a:extLst>
          </p:cNvPr>
          <p:cNvSpPr txBox="1"/>
          <p:nvPr/>
        </p:nvSpPr>
        <p:spPr>
          <a:xfrm>
            <a:off x="524933" y="31434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10851B9-CE1B-B45F-F63A-96D228CFCE18}"/>
              </a:ext>
            </a:extLst>
          </p:cNvPr>
          <p:cNvCxnSpPr>
            <a:cxnSpLocks/>
          </p:cNvCxnSpPr>
          <p:nvPr/>
        </p:nvCxnSpPr>
        <p:spPr>
          <a:xfrm flipV="1">
            <a:off x="325109" y="2567874"/>
            <a:ext cx="322116" cy="31639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A14D8603-9C71-BE82-AC9F-E659210A7437}"/>
              </a:ext>
            </a:extLst>
          </p:cNvPr>
          <p:cNvCxnSpPr>
            <a:cxnSpLocks/>
          </p:cNvCxnSpPr>
          <p:nvPr/>
        </p:nvCxnSpPr>
        <p:spPr>
          <a:xfrm flipH="1" flipV="1">
            <a:off x="784047" y="2828456"/>
            <a:ext cx="148515" cy="35301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D65E4537-574F-CF37-FCE7-B94D9C70A58D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668229" y="2561988"/>
            <a:ext cx="145139" cy="33326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26D1BCF0-804E-F58C-3A07-4562F65B3185}"/>
              </a:ext>
            </a:extLst>
          </p:cNvPr>
          <p:cNvCxnSpPr>
            <a:cxnSpLocks/>
            <a:endCxn id="40" idx="6"/>
          </p:cNvCxnSpPr>
          <p:nvPr/>
        </p:nvCxnSpPr>
        <p:spPr>
          <a:xfrm>
            <a:off x="1323489" y="3196337"/>
            <a:ext cx="379838" cy="287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65ACC9A1-1083-37A1-68FF-7A62837DFAC5}"/>
              </a:ext>
            </a:extLst>
          </p:cNvPr>
          <p:cNvCxnSpPr>
            <a:cxnSpLocks/>
            <a:stCxn id="39" idx="2"/>
          </p:cNvCxnSpPr>
          <p:nvPr/>
        </p:nvCxnSpPr>
        <p:spPr>
          <a:xfrm flipV="1">
            <a:off x="960839" y="3191743"/>
            <a:ext cx="405065" cy="514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8FF8D8AC-2CA1-93E8-6615-BD065C6F88A4}"/>
              </a:ext>
            </a:extLst>
          </p:cNvPr>
          <p:cNvCxnSpPr>
            <a:cxnSpLocks/>
          </p:cNvCxnSpPr>
          <p:nvPr/>
        </p:nvCxnSpPr>
        <p:spPr>
          <a:xfrm flipH="1" flipV="1">
            <a:off x="1512038" y="2936875"/>
            <a:ext cx="191288" cy="243874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81546269-F2A9-7952-93CF-BDED499B7DD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360632" y="2741759"/>
            <a:ext cx="171936" cy="209314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0A413596-C086-321D-AB4F-22381D51832B}"/>
              </a:ext>
            </a:extLst>
          </p:cNvPr>
          <p:cNvCxnSpPr>
            <a:cxnSpLocks/>
            <a:stCxn id="41" idx="2"/>
            <a:endCxn id="42" idx="6"/>
          </p:cNvCxnSpPr>
          <p:nvPr/>
        </p:nvCxnSpPr>
        <p:spPr>
          <a:xfrm flipV="1">
            <a:off x="1365904" y="2726722"/>
            <a:ext cx="130664" cy="230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6B77A0CF-07C4-E6C9-CDEA-55530EFCB3E5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1527296" y="2739450"/>
            <a:ext cx="43118" cy="1954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33C4DCD5-5806-8AFB-7D98-5F65F4C78001}"/>
              </a:ext>
            </a:extLst>
          </p:cNvPr>
          <p:cNvCxnSpPr>
            <a:cxnSpLocks/>
            <a:endCxn id="43" idx="4"/>
          </p:cNvCxnSpPr>
          <p:nvPr/>
        </p:nvCxnSpPr>
        <p:spPr>
          <a:xfrm flipH="1" flipV="1">
            <a:off x="1506186" y="2339647"/>
            <a:ext cx="79808" cy="405075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FE291A04-E9FB-5040-5602-48075CA7CF2F}"/>
              </a:ext>
            </a:extLst>
          </p:cNvPr>
          <p:cNvCxnSpPr>
            <a:cxnSpLocks/>
            <a:stCxn id="43" idx="6"/>
            <a:endCxn id="34" idx="7"/>
          </p:cNvCxnSpPr>
          <p:nvPr/>
        </p:nvCxnSpPr>
        <p:spPr>
          <a:xfrm flipH="1" flipV="1">
            <a:off x="1193525" y="2023618"/>
            <a:ext cx="294661" cy="29802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600EDE4D-FA9D-54CA-D350-96395F0602BA}"/>
              </a:ext>
            </a:extLst>
          </p:cNvPr>
          <p:cNvCxnSpPr>
            <a:cxnSpLocks/>
            <a:stCxn id="44" idx="3"/>
            <a:endCxn id="34" idx="7"/>
          </p:cNvCxnSpPr>
          <p:nvPr/>
        </p:nvCxnSpPr>
        <p:spPr>
          <a:xfrm>
            <a:off x="887992" y="1716308"/>
            <a:ext cx="305533" cy="30731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8CCA07A2-1EEB-CCE2-9C79-B27193FE80BC}"/>
              </a:ext>
            </a:extLst>
          </p:cNvPr>
          <p:cNvCxnSpPr>
            <a:cxnSpLocks/>
            <a:stCxn id="44" idx="6"/>
          </p:cNvCxnSpPr>
          <p:nvPr/>
        </p:nvCxnSpPr>
        <p:spPr>
          <a:xfrm flipH="1" flipV="1">
            <a:off x="392089" y="1585185"/>
            <a:ext cx="465175" cy="118395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AD0C31CA-3951-5C44-5090-EC9ED34B870A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0224" y="1485337"/>
            <a:ext cx="388401" cy="10692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F31D5459-8FCC-1CE1-AE1A-AB37ECAA95D2}"/>
              </a:ext>
            </a:extLst>
          </p:cNvPr>
          <p:cNvCxnSpPr>
            <a:cxnSpLocks/>
            <a:stCxn id="46" idx="4"/>
          </p:cNvCxnSpPr>
          <p:nvPr/>
        </p:nvCxnSpPr>
        <p:spPr>
          <a:xfrm flipH="1">
            <a:off x="15302" y="1503337"/>
            <a:ext cx="6922" cy="41871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5E6EDCF9-A387-68C4-36D2-AEB22AF38009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7413" y="1916227"/>
            <a:ext cx="587" cy="33087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1A02CDE7-0985-FEB6-E533-6FF72029BDF0}"/>
              </a:ext>
            </a:extLst>
          </p:cNvPr>
          <p:cNvCxnSpPr>
            <a:cxnSpLocks/>
            <a:stCxn id="47" idx="2"/>
            <a:endCxn id="48" idx="6"/>
          </p:cNvCxnSpPr>
          <p:nvPr/>
        </p:nvCxnSpPr>
        <p:spPr>
          <a:xfrm>
            <a:off x="-77094" y="2228700"/>
            <a:ext cx="77094" cy="3640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7212BA56-ACC3-ECF3-AD46-947B68DAA514}"/>
              </a:ext>
            </a:extLst>
          </p:cNvPr>
          <p:cNvCxnSpPr>
            <a:cxnSpLocks/>
            <a:stCxn id="51" idx="1"/>
          </p:cNvCxnSpPr>
          <p:nvPr/>
        </p:nvCxnSpPr>
        <p:spPr>
          <a:xfrm flipV="1">
            <a:off x="-618012" y="2406650"/>
            <a:ext cx="227122" cy="13542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7F7BAF9A-CF21-18A0-6757-368FA0D08FE6}"/>
              </a:ext>
            </a:extLst>
          </p:cNvPr>
          <p:cNvCxnSpPr>
            <a:cxnSpLocks/>
            <a:stCxn id="47" idx="5"/>
          </p:cNvCxnSpPr>
          <p:nvPr/>
        </p:nvCxnSpPr>
        <p:spPr>
          <a:xfrm flipH="1">
            <a:off x="-382553" y="2241428"/>
            <a:ext cx="274731" cy="165222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3AA59030-4CF3-3908-3D7C-7C0168C34483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-705045" y="2572807"/>
            <a:ext cx="74305" cy="270665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65A18BD-EF06-3558-2572-6C638DDA25AE}"/>
              </a:ext>
            </a:extLst>
          </p:cNvPr>
          <p:cNvCxnSpPr>
            <a:cxnSpLocks/>
          </p:cNvCxnSpPr>
          <p:nvPr/>
        </p:nvCxnSpPr>
        <p:spPr>
          <a:xfrm flipV="1">
            <a:off x="-754695" y="2827929"/>
            <a:ext cx="54014" cy="25057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DAC19626-04FD-16B1-B936-ABC3E405ABF1}"/>
              </a:ext>
            </a:extLst>
          </p:cNvPr>
          <p:cNvCxnSpPr>
            <a:cxnSpLocks/>
            <a:stCxn id="53" idx="2"/>
            <a:endCxn id="52" idx="6"/>
          </p:cNvCxnSpPr>
          <p:nvPr/>
        </p:nvCxnSpPr>
        <p:spPr>
          <a:xfrm flipV="1">
            <a:off x="-966571" y="3096502"/>
            <a:ext cx="187886" cy="1025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D79A95B1-EE3B-9F7D-F880-4BEE546456B3}"/>
              </a:ext>
            </a:extLst>
          </p:cNvPr>
          <p:cNvCxnSpPr>
            <a:cxnSpLocks/>
          </p:cNvCxnSpPr>
          <p:nvPr/>
        </p:nvCxnSpPr>
        <p:spPr>
          <a:xfrm>
            <a:off x="-1034982" y="3088752"/>
            <a:ext cx="134080" cy="102991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星形: 五角 177">
            <a:extLst>
              <a:ext uri="{FF2B5EF4-FFF2-40B4-BE49-F238E27FC236}">
                <a16:creationId xmlns:a16="http://schemas.microsoft.com/office/drawing/2014/main" id="{DE8ECEC7-509F-24EA-0975-BA13B6A19A0E}"/>
              </a:ext>
            </a:extLst>
          </p:cNvPr>
          <p:cNvSpPr>
            <a:spLocks noChangeAspect="1"/>
          </p:cNvSpPr>
          <p:nvPr/>
        </p:nvSpPr>
        <p:spPr>
          <a:xfrm>
            <a:off x="-171748" y="2199807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星形: 五角 178">
            <a:extLst>
              <a:ext uri="{FF2B5EF4-FFF2-40B4-BE49-F238E27FC236}">
                <a16:creationId xmlns:a16="http://schemas.microsoft.com/office/drawing/2014/main" id="{21D0C1FE-54E1-2368-F82E-395068DC5F8B}"/>
              </a:ext>
            </a:extLst>
          </p:cNvPr>
          <p:cNvSpPr>
            <a:spLocks noChangeAspect="1"/>
          </p:cNvSpPr>
          <p:nvPr/>
        </p:nvSpPr>
        <p:spPr>
          <a:xfrm>
            <a:off x="-1088991" y="3034752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B3C18BC1-4318-A5AE-A60F-E1E12AB95733}"/>
              </a:ext>
            </a:extLst>
          </p:cNvPr>
          <p:cNvSpPr>
            <a:spLocks noChangeAspect="1"/>
          </p:cNvSpPr>
          <p:nvPr/>
        </p:nvSpPr>
        <p:spPr>
          <a:xfrm flipH="1">
            <a:off x="-916767" y="3173743"/>
            <a:ext cx="36000" cy="36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1D665111-48E8-9BE8-B20E-178BC3B4691F}"/>
              </a:ext>
            </a:extLst>
          </p:cNvPr>
          <p:cNvCxnSpPr>
            <a:cxnSpLocks/>
            <a:stCxn id="183" idx="2"/>
          </p:cNvCxnSpPr>
          <p:nvPr/>
        </p:nvCxnSpPr>
        <p:spPr>
          <a:xfrm flipV="1">
            <a:off x="-880767" y="3181469"/>
            <a:ext cx="194289" cy="10274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1F032A8B-17F8-366D-E1A2-E02E08AC7905}"/>
              </a:ext>
            </a:extLst>
          </p:cNvPr>
          <p:cNvCxnSpPr>
            <a:cxnSpLocks/>
            <a:endCxn id="54" idx="6"/>
          </p:cNvCxnSpPr>
          <p:nvPr/>
        </p:nvCxnSpPr>
        <p:spPr>
          <a:xfrm flipV="1">
            <a:off x="-708524" y="3163469"/>
            <a:ext cx="170946" cy="1800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92E9B270-77BA-7AC6-D5F2-E388BBB9428D}"/>
              </a:ext>
            </a:extLst>
          </p:cNvPr>
          <p:cNvCxnSpPr>
            <a:cxnSpLocks/>
            <a:stCxn id="54" idx="6"/>
            <a:endCxn id="82" idx="2"/>
          </p:cNvCxnSpPr>
          <p:nvPr/>
        </p:nvCxnSpPr>
        <p:spPr>
          <a:xfrm flipH="1" flipV="1">
            <a:off x="-682681" y="3143463"/>
            <a:ext cx="145103" cy="2000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星形: 五角 198">
            <a:extLst>
              <a:ext uri="{FF2B5EF4-FFF2-40B4-BE49-F238E27FC236}">
                <a16:creationId xmlns:a16="http://schemas.microsoft.com/office/drawing/2014/main" id="{071E05E1-8815-34CD-4F03-1C8379FF4B18}"/>
              </a:ext>
            </a:extLst>
          </p:cNvPr>
          <p:cNvSpPr>
            <a:spLocks noChangeAspect="1"/>
          </p:cNvSpPr>
          <p:nvPr/>
        </p:nvSpPr>
        <p:spPr>
          <a:xfrm>
            <a:off x="-677989" y="3096502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869FED3B-C3F0-19F6-AD72-FA261364CA62}"/>
              </a:ext>
            </a:extLst>
          </p:cNvPr>
          <p:cNvCxnSpPr>
            <a:cxnSpLocks/>
          </p:cNvCxnSpPr>
          <p:nvPr/>
        </p:nvCxnSpPr>
        <p:spPr>
          <a:xfrm>
            <a:off x="-646336" y="3143463"/>
            <a:ext cx="15596" cy="285537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99B85488-22FD-6C7B-082F-317FDA7C434E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-632747" y="3385874"/>
            <a:ext cx="11895" cy="239567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70917737-8EFE-C49D-0452-A3849E302663}"/>
              </a:ext>
            </a:extLst>
          </p:cNvPr>
          <p:cNvCxnSpPr>
            <a:cxnSpLocks/>
            <a:stCxn id="55" idx="4"/>
            <a:endCxn id="56" idx="0"/>
          </p:cNvCxnSpPr>
          <p:nvPr/>
        </p:nvCxnSpPr>
        <p:spPr>
          <a:xfrm flipH="1">
            <a:off x="-622667" y="3661441"/>
            <a:ext cx="1815" cy="15967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9CEB4552-1BAA-FBA0-270C-1F13F2572B86}"/>
              </a:ext>
            </a:extLst>
          </p:cNvPr>
          <p:cNvCxnSpPr>
            <a:cxnSpLocks/>
            <a:stCxn id="57" idx="5"/>
          </p:cNvCxnSpPr>
          <p:nvPr/>
        </p:nvCxnSpPr>
        <p:spPr>
          <a:xfrm flipH="1">
            <a:off x="-519578" y="3541696"/>
            <a:ext cx="106297" cy="154004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C57441BC-9CFE-9C48-589B-331334205188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-622667" y="3684520"/>
            <a:ext cx="109449" cy="13660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91DF6759-1B2E-7E86-D94C-C84A3872F949}"/>
              </a:ext>
            </a:extLst>
          </p:cNvPr>
          <p:cNvCxnSpPr>
            <a:cxnSpLocks/>
            <a:stCxn id="58" idx="5"/>
            <a:endCxn id="57" idx="0"/>
          </p:cNvCxnSpPr>
          <p:nvPr/>
        </p:nvCxnSpPr>
        <p:spPr>
          <a:xfrm flipH="1">
            <a:off x="-400553" y="3406608"/>
            <a:ext cx="96809" cy="104360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CAAD0DFE-EEFB-CDB4-1A09-71136271B72E}"/>
              </a:ext>
            </a:extLst>
          </p:cNvPr>
          <p:cNvCxnSpPr>
            <a:cxnSpLocks/>
            <a:stCxn id="81" idx="6"/>
            <a:endCxn id="58" idx="2"/>
          </p:cNvCxnSpPr>
          <p:nvPr/>
        </p:nvCxnSpPr>
        <p:spPr>
          <a:xfrm flipH="1">
            <a:off x="-273016" y="3367874"/>
            <a:ext cx="87897" cy="2600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8" name="星形: 五角 227">
            <a:extLst>
              <a:ext uri="{FF2B5EF4-FFF2-40B4-BE49-F238E27FC236}">
                <a16:creationId xmlns:a16="http://schemas.microsoft.com/office/drawing/2014/main" id="{9A473FDD-CCBA-D847-ED14-853F01223CE6}"/>
              </a:ext>
            </a:extLst>
          </p:cNvPr>
          <p:cNvSpPr>
            <a:spLocks noChangeAspect="1"/>
          </p:cNvSpPr>
          <p:nvPr/>
        </p:nvSpPr>
        <p:spPr>
          <a:xfrm>
            <a:off x="-206169" y="3289991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B90A48F9-E428-DEA5-6528-41766B88952A}"/>
              </a:ext>
            </a:extLst>
          </p:cNvPr>
          <p:cNvCxnSpPr>
            <a:cxnSpLocks/>
            <a:stCxn id="81" idx="4"/>
          </p:cNvCxnSpPr>
          <p:nvPr/>
        </p:nvCxnSpPr>
        <p:spPr>
          <a:xfrm>
            <a:off x="-167119" y="3385874"/>
            <a:ext cx="14954" cy="306485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275CF843-17C5-8277-2251-894ACBC35C8F}"/>
              </a:ext>
            </a:extLst>
          </p:cNvPr>
          <p:cNvCxnSpPr>
            <a:cxnSpLocks/>
            <a:stCxn id="61" idx="0"/>
          </p:cNvCxnSpPr>
          <p:nvPr/>
        </p:nvCxnSpPr>
        <p:spPr>
          <a:xfrm flipH="1" flipV="1">
            <a:off x="-149119" y="3675289"/>
            <a:ext cx="18000" cy="27962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D2DFB88C-382F-68A8-BFCC-3AD12784C51C}"/>
              </a:ext>
            </a:extLst>
          </p:cNvPr>
          <p:cNvCxnSpPr>
            <a:cxnSpLocks/>
            <a:stCxn id="61" idx="1"/>
          </p:cNvCxnSpPr>
          <p:nvPr/>
        </p:nvCxnSpPr>
        <p:spPr>
          <a:xfrm flipV="1">
            <a:off x="-118391" y="3886813"/>
            <a:ext cx="443500" cy="73371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3FA1DF31-CDB5-899E-74CB-624EA834A45B}"/>
              </a:ext>
            </a:extLst>
          </p:cNvPr>
          <p:cNvCxnSpPr>
            <a:cxnSpLocks/>
            <a:stCxn id="62" idx="5"/>
          </p:cNvCxnSpPr>
          <p:nvPr/>
        </p:nvCxnSpPr>
        <p:spPr>
          <a:xfrm flipH="1">
            <a:off x="318582" y="3847093"/>
            <a:ext cx="324191" cy="4582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5700D971-CCBC-2FC1-0533-179FA9AF9822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668229" y="3847093"/>
            <a:ext cx="256610" cy="6382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2335C391-7377-DD30-84CC-98C72661BCF7}"/>
              </a:ext>
            </a:extLst>
          </p:cNvPr>
          <p:cNvCxnSpPr>
            <a:cxnSpLocks/>
            <a:stCxn id="63" idx="6"/>
          </p:cNvCxnSpPr>
          <p:nvPr/>
        </p:nvCxnSpPr>
        <p:spPr>
          <a:xfrm flipH="1" flipV="1">
            <a:off x="908050" y="3910922"/>
            <a:ext cx="223723" cy="7170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8A7A0421-2293-4049-D95D-C57BAA7110C3}"/>
              </a:ext>
            </a:extLst>
          </p:cNvPr>
          <p:cNvCxnSpPr>
            <a:cxnSpLocks/>
            <a:stCxn id="64" idx="6"/>
          </p:cNvCxnSpPr>
          <p:nvPr/>
        </p:nvCxnSpPr>
        <p:spPr>
          <a:xfrm flipH="1" flipV="1">
            <a:off x="1177859" y="3943857"/>
            <a:ext cx="309219" cy="9600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星形: 五角 251">
            <a:extLst>
              <a:ext uri="{FF2B5EF4-FFF2-40B4-BE49-F238E27FC236}">
                <a16:creationId xmlns:a16="http://schemas.microsoft.com/office/drawing/2014/main" id="{E6F7596F-50E7-44D4-70ED-47F3B95766F7}"/>
              </a:ext>
            </a:extLst>
          </p:cNvPr>
          <p:cNvSpPr>
            <a:spLocks noChangeAspect="1"/>
          </p:cNvSpPr>
          <p:nvPr/>
        </p:nvSpPr>
        <p:spPr>
          <a:xfrm>
            <a:off x="1124023" y="3892631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15122C41-CA61-F1A3-1F89-176E2D31598B}"/>
              </a:ext>
            </a:extLst>
          </p:cNvPr>
          <p:cNvCxnSpPr>
            <a:cxnSpLocks/>
            <a:stCxn id="65" idx="1"/>
            <a:endCxn id="64" idx="5"/>
          </p:cNvCxnSpPr>
          <p:nvPr/>
        </p:nvCxnSpPr>
        <p:spPr>
          <a:xfrm flipV="1">
            <a:off x="887992" y="4052591"/>
            <a:ext cx="604358" cy="60841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0AD9158F-4B6A-5EB2-0EDA-8AC5CA4E15C4}"/>
              </a:ext>
            </a:extLst>
          </p:cNvPr>
          <p:cNvCxnSpPr>
            <a:cxnSpLocks/>
            <a:stCxn id="65" idx="6"/>
            <a:endCxn id="66" idx="1"/>
          </p:cNvCxnSpPr>
          <p:nvPr/>
        </p:nvCxnSpPr>
        <p:spPr>
          <a:xfrm flipH="1">
            <a:off x="38127" y="4673735"/>
            <a:ext cx="819137" cy="225912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6E96D06E-5B2B-1B67-B5B6-7FC3A1CD92E9}"/>
              </a:ext>
            </a:extLst>
          </p:cNvPr>
          <p:cNvCxnSpPr>
            <a:cxnSpLocks/>
          </p:cNvCxnSpPr>
          <p:nvPr/>
        </p:nvCxnSpPr>
        <p:spPr>
          <a:xfrm flipH="1">
            <a:off x="369150" y="4774718"/>
            <a:ext cx="117017" cy="34381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B2A66509-6C3A-1E41-37D6-CD11F47BDEE7}"/>
              </a:ext>
            </a:extLst>
          </p:cNvPr>
          <p:cNvCxnSpPr>
            <a:cxnSpLocks/>
            <a:stCxn id="68" idx="4"/>
            <a:endCxn id="66" idx="0"/>
          </p:cNvCxnSpPr>
          <p:nvPr/>
        </p:nvCxnSpPr>
        <p:spPr>
          <a:xfrm flipH="1">
            <a:off x="25399" y="4387286"/>
            <a:ext cx="87575" cy="50708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C300E90D-5C29-F995-DA82-3EDE4CE0ECEC}"/>
              </a:ext>
            </a:extLst>
          </p:cNvPr>
          <p:cNvCxnSpPr>
            <a:cxnSpLocks/>
            <a:stCxn id="68" idx="3"/>
            <a:endCxn id="67" idx="7"/>
          </p:cNvCxnSpPr>
          <p:nvPr/>
        </p:nvCxnSpPr>
        <p:spPr>
          <a:xfrm>
            <a:off x="125702" y="4382014"/>
            <a:ext cx="217659" cy="156041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星形: 五角 279">
            <a:extLst>
              <a:ext uri="{FF2B5EF4-FFF2-40B4-BE49-F238E27FC236}">
                <a16:creationId xmlns:a16="http://schemas.microsoft.com/office/drawing/2014/main" id="{8630767D-A342-C602-0B8C-548C3A631B5B}"/>
              </a:ext>
            </a:extLst>
          </p:cNvPr>
          <p:cNvSpPr>
            <a:spLocks noChangeAspect="1"/>
          </p:cNvSpPr>
          <p:nvPr/>
        </p:nvSpPr>
        <p:spPr>
          <a:xfrm>
            <a:off x="403912" y="4542755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9B06F2BE-92D4-D563-23FC-ED9A7F177F68}"/>
              </a:ext>
            </a:extLst>
          </p:cNvPr>
          <p:cNvCxnSpPr>
            <a:cxnSpLocks/>
            <a:stCxn id="69" idx="4"/>
          </p:cNvCxnSpPr>
          <p:nvPr/>
        </p:nvCxnSpPr>
        <p:spPr>
          <a:xfrm>
            <a:off x="24826" y="4127465"/>
            <a:ext cx="406362" cy="429011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5E40B1FC-537B-B48A-633E-DC8A30F0E7B9}"/>
              </a:ext>
            </a:extLst>
          </p:cNvPr>
          <p:cNvCxnSpPr>
            <a:cxnSpLocks/>
            <a:stCxn id="69" idx="5"/>
            <a:endCxn id="70" idx="1"/>
          </p:cNvCxnSpPr>
          <p:nvPr/>
        </p:nvCxnSpPr>
        <p:spPr>
          <a:xfrm flipH="1">
            <a:off x="-118391" y="4122193"/>
            <a:ext cx="130489" cy="12617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DE806A31-2A71-6229-731E-D3360167E30D}"/>
              </a:ext>
            </a:extLst>
          </p:cNvPr>
          <p:cNvCxnSpPr>
            <a:cxnSpLocks/>
            <a:endCxn id="71" idx="1"/>
          </p:cNvCxnSpPr>
          <p:nvPr/>
        </p:nvCxnSpPr>
        <p:spPr>
          <a:xfrm flipH="1">
            <a:off x="-823483" y="4322132"/>
            <a:ext cx="631030" cy="338875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8" name="星形: 五角 297">
            <a:extLst>
              <a:ext uri="{FF2B5EF4-FFF2-40B4-BE49-F238E27FC236}">
                <a16:creationId xmlns:a16="http://schemas.microsoft.com/office/drawing/2014/main" id="{A88857ED-6033-2795-E25A-8FB8BE53663E}"/>
              </a:ext>
            </a:extLst>
          </p:cNvPr>
          <p:cNvSpPr>
            <a:spLocks noChangeAspect="1"/>
          </p:cNvSpPr>
          <p:nvPr/>
        </p:nvSpPr>
        <p:spPr>
          <a:xfrm>
            <a:off x="-195115" y="4279286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45468B09-C0D9-0776-6EAE-F540D7592DBA}"/>
              </a:ext>
            </a:extLst>
          </p:cNvPr>
          <p:cNvCxnSpPr>
            <a:cxnSpLocks/>
            <a:stCxn id="72" idx="3"/>
            <a:endCxn id="71" idx="7"/>
          </p:cNvCxnSpPr>
          <p:nvPr/>
        </p:nvCxnSpPr>
        <p:spPr>
          <a:xfrm>
            <a:off x="-1445190" y="4065963"/>
            <a:ext cx="596251" cy="595044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4" name="直接连接符 303">
            <a:extLst>
              <a:ext uri="{FF2B5EF4-FFF2-40B4-BE49-F238E27FC236}">
                <a16:creationId xmlns:a16="http://schemas.microsoft.com/office/drawing/2014/main" id="{83ABCE32-44FF-803F-FB0B-B5EF862F6913}"/>
              </a:ext>
            </a:extLst>
          </p:cNvPr>
          <p:cNvCxnSpPr>
            <a:cxnSpLocks/>
            <a:stCxn id="72" idx="0"/>
            <a:endCxn id="74" idx="4"/>
          </p:cNvCxnSpPr>
          <p:nvPr/>
        </p:nvCxnSpPr>
        <p:spPr>
          <a:xfrm flipV="1">
            <a:off x="-1457918" y="3910922"/>
            <a:ext cx="53975" cy="124313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B447C4DC-50A8-667C-96AF-B42377EC5651}"/>
              </a:ext>
            </a:extLst>
          </p:cNvPr>
          <p:cNvCxnSpPr>
            <a:cxnSpLocks/>
            <a:stCxn id="74" idx="1"/>
            <a:endCxn id="73" idx="5"/>
          </p:cNvCxnSpPr>
          <p:nvPr/>
        </p:nvCxnSpPr>
        <p:spPr>
          <a:xfrm flipV="1">
            <a:off x="-1391215" y="3781825"/>
            <a:ext cx="66619" cy="9836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D7113747-2F51-B821-539F-83FB81F080B1}"/>
              </a:ext>
            </a:extLst>
          </p:cNvPr>
          <p:cNvCxnSpPr>
            <a:cxnSpLocks/>
            <a:endCxn id="73" idx="6"/>
          </p:cNvCxnSpPr>
          <p:nvPr/>
        </p:nvCxnSpPr>
        <p:spPr>
          <a:xfrm flipV="1">
            <a:off x="-1457918" y="3769097"/>
            <a:ext cx="128050" cy="153616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5" name="星形: 五角 314">
            <a:extLst>
              <a:ext uri="{FF2B5EF4-FFF2-40B4-BE49-F238E27FC236}">
                <a16:creationId xmlns:a16="http://schemas.microsoft.com/office/drawing/2014/main" id="{1755F6C9-9515-E45F-7687-4821CD406C62}"/>
              </a:ext>
            </a:extLst>
          </p:cNvPr>
          <p:cNvSpPr>
            <a:spLocks noChangeAspect="1"/>
          </p:cNvSpPr>
          <p:nvPr/>
        </p:nvSpPr>
        <p:spPr>
          <a:xfrm>
            <a:off x="-1496788" y="3880026"/>
            <a:ext cx="72000" cy="72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4BB13E13-CDF2-E26D-5A17-921A6D35F275}"/>
              </a:ext>
            </a:extLst>
          </p:cNvPr>
          <p:cNvCxnSpPr>
            <a:cxnSpLocks/>
            <a:stCxn id="76" idx="5"/>
            <a:endCxn id="75" idx="0"/>
          </p:cNvCxnSpPr>
          <p:nvPr/>
        </p:nvCxnSpPr>
        <p:spPr>
          <a:xfrm flipH="1">
            <a:off x="-1689862" y="2352375"/>
            <a:ext cx="219216" cy="826249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65165568-AAFD-09F5-46DB-001A7FC65351}"/>
              </a:ext>
            </a:extLst>
          </p:cNvPr>
          <p:cNvCxnSpPr>
            <a:cxnSpLocks/>
            <a:stCxn id="76" idx="1"/>
            <a:endCxn id="77" idx="6"/>
          </p:cNvCxnSpPr>
          <p:nvPr/>
        </p:nvCxnSpPr>
        <p:spPr>
          <a:xfrm flipV="1">
            <a:off x="-1445190" y="1898227"/>
            <a:ext cx="726509" cy="428692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11CC33BC-9059-3123-F415-5A15AACD3C5C}"/>
              </a:ext>
            </a:extLst>
          </p:cNvPr>
          <p:cNvCxnSpPr>
            <a:cxnSpLocks/>
            <a:stCxn id="78" idx="3"/>
            <a:endCxn id="77" idx="7"/>
          </p:cNvCxnSpPr>
          <p:nvPr/>
        </p:nvCxnSpPr>
        <p:spPr>
          <a:xfrm>
            <a:off x="-813365" y="1717472"/>
            <a:ext cx="99956" cy="168027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直接连接符 328">
            <a:extLst>
              <a:ext uri="{FF2B5EF4-FFF2-40B4-BE49-F238E27FC236}">
                <a16:creationId xmlns:a16="http://schemas.microsoft.com/office/drawing/2014/main" id="{922DCDC6-386F-DE64-9076-087232D6CEC8}"/>
              </a:ext>
            </a:extLst>
          </p:cNvPr>
          <p:cNvCxnSpPr>
            <a:cxnSpLocks/>
            <a:stCxn id="78" idx="5"/>
            <a:endCxn id="80" idx="2"/>
          </p:cNvCxnSpPr>
          <p:nvPr/>
        </p:nvCxnSpPr>
        <p:spPr>
          <a:xfrm flipH="1">
            <a:off x="-1073863" y="1717472"/>
            <a:ext cx="235042" cy="389707"/>
          </a:xfrm>
          <a:prstGeom prst="line">
            <a:avLst/>
          </a:prstGeom>
          <a:ln w="12700">
            <a:solidFill>
              <a:srgbClr val="2D3A4C"/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4D3F15B0-12CE-D931-4C07-51C094D1F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68690" y="-112658"/>
            <a:ext cx="9355066" cy="7281747"/>
          </a:xfrm>
          <a:prstGeom prst="rect">
            <a:avLst/>
          </a:prstGeom>
        </p:spPr>
      </p:pic>
      <p:grpSp>
        <p:nvGrpSpPr>
          <p:cNvPr id="734" name="组合 733">
            <a:extLst>
              <a:ext uri="{FF2B5EF4-FFF2-40B4-BE49-F238E27FC236}">
                <a16:creationId xmlns:a16="http://schemas.microsoft.com/office/drawing/2014/main" id="{09491A20-6ED0-41B3-E192-1A0F0FC679D7}"/>
              </a:ext>
            </a:extLst>
          </p:cNvPr>
          <p:cNvGrpSpPr/>
          <p:nvPr/>
        </p:nvGrpSpPr>
        <p:grpSpPr>
          <a:xfrm>
            <a:off x="6414946" y="315345"/>
            <a:ext cx="5108825" cy="4959289"/>
            <a:chOff x="6414946" y="1156841"/>
            <a:chExt cx="5108825" cy="4959289"/>
          </a:xfrm>
        </p:grpSpPr>
        <p:sp>
          <p:nvSpPr>
            <p:cNvPr id="332" name="椭圆 331">
              <a:extLst>
                <a:ext uri="{FF2B5EF4-FFF2-40B4-BE49-F238E27FC236}">
                  <a16:creationId xmlns:a16="http://schemas.microsoft.com/office/drawing/2014/main" id="{ADF5A267-E63E-E34F-0EA9-B2085CAD9E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375" y="1855463"/>
              <a:ext cx="3303959" cy="3303959"/>
            </a:xfrm>
            <a:prstGeom prst="ellipse">
              <a:avLst/>
            </a:prstGeom>
            <a:blipFill dpi="0" rotWithShape="0">
              <a:blip r:embed="rId4">
                <a:alphaModFix amt="18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368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 w="1270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4" name="直接连接符 593">
              <a:extLst>
                <a:ext uri="{FF2B5EF4-FFF2-40B4-BE49-F238E27FC236}">
                  <a16:creationId xmlns:a16="http://schemas.microsoft.com/office/drawing/2014/main" id="{B7AF3E38-AB7D-5A95-CA6C-F93C83C9F73F}"/>
                </a:ext>
              </a:extLst>
            </p:cNvPr>
            <p:cNvCxnSpPr>
              <a:cxnSpLocks/>
              <a:endCxn id="416" idx="0"/>
            </p:cNvCxnSpPr>
            <p:nvPr/>
          </p:nvCxnSpPr>
          <p:spPr>
            <a:xfrm>
              <a:off x="8528050" y="3214624"/>
              <a:ext cx="196861" cy="401958"/>
            </a:xfrm>
            <a:prstGeom prst="line">
              <a:avLst/>
            </a:prstGeom>
            <a:ln w="28575">
              <a:gradFill>
                <a:gsLst>
                  <a:gs pos="0">
                    <a:srgbClr val="E36B5A">
                      <a:lumMod val="91000"/>
                      <a:lumOff val="9000"/>
                      <a:alpha val="82000"/>
                    </a:srgbClr>
                  </a:gs>
                  <a:gs pos="100000">
                    <a:srgbClr val="266AA9">
                      <a:lumMod val="76000"/>
                      <a:lumOff val="24000"/>
                      <a:alpha val="70000"/>
                    </a:srgbClr>
                  </a:gs>
                </a:gsLst>
                <a:lin ang="4800000" scaled="0"/>
              </a:gradFill>
              <a:prstDash val="solid"/>
              <a:headEnd type="triangle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9" name="椭圆 568">
              <a:extLst>
                <a:ext uri="{FF2B5EF4-FFF2-40B4-BE49-F238E27FC236}">
                  <a16:creationId xmlns:a16="http://schemas.microsoft.com/office/drawing/2014/main" id="{49F7FCF0-3734-1E94-EA7A-13C6DAA49B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0335" y="1156841"/>
              <a:ext cx="2522658" cy="2522658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1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85" name="椭圆 584">
              <a:extLst>
                <a:ext uri="{FF2B5EF4-FFF2-40B4-BE49-F238E27FC236}">
                  <a16:creationId xmlns:a16="http://schemas.microsoft.com/office/drawing/2014/main" id="{1F8936E2-6CE9-0426-5EB8-D8664BB5A3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14946" y="3232010"/>
              <a:ext cx="2022167" cy="2022167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2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87" name="椭圆 586">
              <a:extLst>
                <a:ext uri="{FF2B5EF4-FFF2-40B4-BE49-F238E27FC236}">
                  <a16:creationId xmlns:a16="http://schemas.microsoft.com/office/drawing/2014/main" id="{00C8382A-0D4D-A159-98F1-1AB3B732FD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04546" y="3528968"/>
              <a:ext cx="2255709" cy="2255709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25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84" name="椭圆 583">
              <a:extLst>
                <a:ext uri="{FF2B5EF4-FFF2-40B4-BE49-F238E27FC236}">
                  <a16:creationId xmlns:a16="http://schemas.microsoft.com/office/drawing/2014/main" id="{CF725744-AC3F-8E43-1F01-A0002A0182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7641" y="3661441"/>
              <a:ext cx="2454689" cy="2454689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83" name="椭圆 582">
              <a:extLst>
                <a:ext uri="{FF2B5EF4-FFF2-40B4-BE49-F238E27FC236}">
                  <a16:creationId xmlns:a16="http://schemas.microsoft.com/office/drawing/2014/main" id="{E171AD91-4BFA-243E-269E-75D76FF1B0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78392" y="3166738"/>
              <a:ext cx="2188711" cy="2188711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35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86" name="椭圆 585">
              <a:extLst>
                <a:ext uri="{FF2B5EF4-FFF2-40B4-BE49-F238E27FC236}">
                  <a16:creationId xmlns:a16="http://schemas.microsoft.com/office/drawing/2014/main" id="{7FD75D5E-5545-C94C-06EA-DC016BC2CA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37254" y="2400796"/>
              <a:ext cx="2022167" cy="2022167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0000"/>
                    <a:lumOff val="60000"/>
                    <a:alpha val="40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9E161530-94A6-DE76-80E2-37CBDCE172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6386" y="2099941"/>
              <a:ext cx="2037385" cy="2037385"/>
            </a:xfrm>
            <a:prstGeom prst="ellipse">
              <a:avLst/>
            </a:prstGeom>
            <a:gradFill flip="none" rotWithShape="0">
              <a:gsLst>
                <a:gs pos="0">
                  <a:srgbClr val="BD1E33">
                    <a:lumMod val="41000"/>
                    <a:lumOff val="59000"/>
                    <a:alpha val="45000"/>
                  </a:srgbClr>
                </a:gs>
                <a:gs pos="100000">
                  <a:srgbClr val="266AA9">
                    <a:lumMod val="96000"/>
                    <a:lumOff val="4000"/>
                    <a:alpha val="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591" name="不完整圆 590">
              <a:extLst>
                <a:ext uri="{FF2B5EF4-FFF2-40B4-BE49-F238E27FC236}">
                  <a16:creationId xmlns:a16="http://schemas.microsoft.com/office/drawing/2014/main" id="{55306B52-D5DB-08D5-84E2-ACB3364A9215}"/>
                </a:ext>
              </a:extLst>
            </p:cNvPr>
            <p:cNvSpPr/>
            <p:nvPr/>
          </p:nvSpPr>
          <p:spPr>
            <a:xfrm rot="4053523">
              <a:off x="7749880" y="2644055"/>
              <a:ext cx="2011328" cy="2018643"/>
            </a:xfrm>
            <a:prstGeom prst="pie">
              <a:avLst>
                <a:gd name="adj1" fmla="val 5374350"/>
                <a:gd name="adj2" fmla="val 16215495"/>
              </a:avLst>
            </a:prstGeom>
            <a:gradFill flip="none" rotWithShape="1">
              <a:gsLst>
                <a:gs pos="80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>
                    <a:alpha val="15000"/>
                  </a:srgbClr>
                </a:gs>
              </a:gsLst>
              <a:lin ang="10800000" scaled="0"/>
              <a:tileRect/>
            </a:gradFill>
            <a:ln w="28575">
              <a:gradFill>
                <a:gsLst>
                  <a:gs pos="81000">
                    <a:srgbClr val="CF5C6C">
                      <a:alpha val="33000"/>
                    </a:srgbClr>
                  </a:gs>
                  <a:gs pos="44000">
                    <a:srgbClr val="BD1E33">
                      <a:alpha val="16000"/>
                    </a:srgbClr>
                  </a:gs>
                  <a:gs pos="0">
                    <a:srgbClr val="266AA9">
                      <a:lumMod val="87000"/>
                      <a:lumOff val="13000"/>
                      <a:alpha val="45000"/>
                    </a:srgbClr>
                  </a:gs>
                  <a:gs pos="100000">
                    <a:schemeClr val="bg1">
                      <a:alpha val="5700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0" name="不完整圆 589">
              <a:extLst>
                <a:ext uri="{FF2B5EF4-FFF2-40B4-BE49-F238E27FC236}">
                  <a16:creationId xmlns:a16="http://schemas.microsoft.com/office/drawing/2014/main" id="{6E5BAE7B-0A26-CED8-1996-380596FD26B6}"/>
                </a:ext>
              </a:extLst>
            </p:cNvPr>
            <p:cNvSpPr/>
            <p:nvPr/>
          </p:nvSpPr>
          <p:spPr>
            <a:xfrm rot="16029258">
              <a:off x="7294658" y="2534818"/>
              <a:ext cx="1778312" cy="1784779"/>
            </a:xfrm>
            <a:prstGeom prst="pie">
              <a:avLst>
                <a:gd name="adj1" fmla="val 5374350"/>
                <a:gd name="adj2" fmla="val 16215495"/>
              </a:avLst>
            </a:prstGeom>
            <a:gradFill flip="none" rotWithShape="1">
              <a:gsLst>
                <a:gs pos="90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>
                    <a:alpha val="25000"/>
                  </a:srgbClr>
                </a:gs>
              </a:gsLst>
              <a:lin ang="10800000" scaled="0"/>
              <a:tileRect/>
            </a:gradFill>
            <a:ln w="28575">
              <a:gradFill>
                <a:gsLst>
                  <a:gs pos="81000">
                    <a:srgbClr val="CF5C6C">
                      <a:alpha val="33000"/>
                    </a:srgbClr>
                  </a:gs>
                  <a:gs pos="44000">
                    <a:srgbClr val="BD1E33">
                      <a:alpha val="16000"/>
                    </a:srgbClr>
                  </a:gs>
                  <a:gs pos="0">
                    <a:srgbClr val="266AA9">
                      <a:lumMod val="87000"/>
                      <a:lumOff val="13000"/>
                      <a:alpha val="45000"/>
                    </a:srgbClr>
                  </a:gs>
                  <a:gs pos="100000">
                    <a:schemeClr val="bg1">
                      <a:alpha val="5700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9" name="不完整圆 588">
              <a:extLst>
                <a:ext uri="{FF2B5EF4-FFF2-40B4-BE49-F238E27FC236}">
                  <a16:creationId xmlns:a16="http://schemas.microsoft.com/office/drawing/2014/main" id="{DD8FC92B-2CE4-E37C-B983-21A742060234}"/>
                </a:ext>
              </a:extLst>
            </p:cNvPr>
            <p:cNvSpPr/>
            <p:nvPr/>
          </p:nvSpPr>
          <p:spPr>
            <a:xfrm rot="8222468">
              <a:off x="7720290" y="1574174"/>
              <a:ext cx="2046516" cy="2053958"/>
            </a:xfrm>
            <a:prstGeom prst="pie">
              <a:avLst>
                <a:gd name="adj1" fmla="val 5374350"/>
                <a:gd name="adj2" fmla="val 15965939"/>
              </a:avLst>
            </a:prstGeom>
            <a:gradFill flip="none" rotWithShape="1">
              <a:gsLst>
                <a:gs pos="90000">
                  <a:srgbClr val="BD1E33">
                    <a:lumMod val="40000"/>
                    <a:lumOff val="60000"/>
                    <a:alpha val="0"/>
                  </a:srgbClr>
                </a:gs>
                <a:gs pos="0">
                  <a:srgbClr val="266AA9">
                    <a:alpha val="30000"/>
                  </a:srgbClr>
                </a:gs>
              </a:gsLst>
              <a:lin ang="10800000" scaled="0"/>
              <a:tileRect/>
            </a:gradFill>
            <a:ln w="28575">
              <a:gradFill>
                <a:gsLst>
                  <a:gs pos="81000">
                    <a:srgbClr val="CF5C6C">
                      <a:alpha val="33000"/>
                    </a:srgbClr>
                  </a:gs>
                  <a:gs pos="44000">
                    <a:srgbClr val="BD1E33">
                      <a:alpha val="16000"/>
                    </a:srgbClr>
                  </a:gs>
                  <a:gs pos="0">
                    <a:srgbClr val="266AA9">
                      <a:lumMod val="87000"/>
                      <a:lumOff val="13000"/>
                      <a:alpha val="45000"/>
                    </a:srgbClr>
                  </a:gs>
                  <a:gs pos="100000">
                    <a:schemeClr val="bg1">
                      <a:alpha val="57000"/>
                    </a:schemeClr>
                  </a:gs>
                </a:gsLst>
                <a:lin ang="10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81" name="组合 580">
              <a:extLst>
                <a:ext uri="{FF2B5EF4-FFF2-40B4-BE49-F238E27FC236}">
                  <a16:creationId xmlns:a16="http://schemas.microsoft.com/office/drawing/2014/main" id="{8D248FE5-5100-939B-04A7-1906F0598D87}"/>
                </a:ext>
              </a:extLst>
            </p:cNvPr>
            <p:cNvGrpSpPr/>
            <p:nvPr/>
          </p:nvGrpSpPr>
          <p:grpSpPr>
            <a:xfrm>
              <a:off x="7185093" y="1783036"/>
              <a:ext cx="3447189" cy="3463038"/>
              <a:chOff x="7185093" y="1783036"/>
              <a:chExt cx="3447189" cy="3463038"/>
            </a:xfrm>
          </p:grpSpPr>
          <p:sp>
            <p:nvSpPr>
              <p:cNvPr id="450" name="椭圆 449">
                <a:extLst>
                  <a:ext uri="{FF2B5EF4-FFF2-40B4-BE49-F238E27FC236}">
                    <a16:creationId xmlns:a16="http://schemas.microsoft.com/office/drawing/2014/main" id="{4EFAFB66-EF22-860F-EFD0-46F0E2321E4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896261" y="349221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5" name="椭圆 334">
                <a:extLst>
                  <a:ext uri="{FF2B5EF4-FFF2-40B4-BE49-F238E27FC236}">
                    <a16:creationId xmlns:a16="http://schemas.microsoft.com/office/drawing/2014/main" id="{722FB61E-DC08-B0E7-6442-0A4D4951376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530456" y="2846959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椭圆 335">
                <a:extLst>
                  <a:ext uri="{FF2B5EF4-FFF2-40B4-BE49-F238E27FC236}">
                    <a16:creationId xmlns:a16="http://schemas.microsoft.com/office/drawing/2014/main" id="{1638F229-73E6-78CC-3388-9EE067DA0F9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817794" y="3494588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椭圆 336">
                <a:extLst>
                  <a:ext uri="{FF2B5EF4-FFF2-40B4-BE49-F238E27FC236}">
                    <a16:creationId xmlns:a16="http://schemas.microsoft.com/office/drawing/2014/main" id="{DA1470E9-F2A5-631A-F4A4-10BC28C6E91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596282" y="3494323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椭圆 337">
                <a:extLst>
                  <a:ext uri="{FF2B5EF4-FFF2-40B4-BE49-F238E27FC236}">
                    <a16:creationId xmlns:a16="http://schemas.microsoft.com/office/drawing/2014/main" id="{9E2EE324-70F9-D49E-DBEC-B8A485C60C0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222859" y="3026730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椭圆 338">
                <a:extLst>
                  <a:ext uri="{FF2B5EF4-FFF2-40B4-BE49-F238E27FC236}">
                    <a16:creationId xmlns:a16="http://schemas.microsoft.com/office/drawing/2014/main" id="{14585CFE-069F-94CE-4100-428B155C5D2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389523" y="3024421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9FEF7411-8221-D0D2-8832-8C25991AEEE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381141" y="261934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ED2AF7DF-9DD4-E05C-AEF1-1A51C1F6A8D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50219" y="2001279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7B0C261E-3F43-E40E-D980-7CF467798B1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897179" y="178303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椭圆 343">
                <a:extLst>
                  <a:ext uri="{FF2B5EF4-FFF2-40B4-BE49-F238E27FC236}">
                    <a16:creationId xmlns:a16="http://schemas.microsoft.com/office/drawing/2014/main" id="{44383FB4-1A7B-8115-8F14-9189CF35B87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779861" y="2526399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椭圆 344">
                <a:extLst>
                  <a:ext uri="{FF2B5EF4-FFF2-40B4-BE49-F238E27FC236}">
                    <a16:creationId xmlns:a16="http://schemas.microsoft.com/office/drawing/2014/main" id="{A48C00BF-CA6E-73D6-2E85-60CF99E466B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892955" y="2562799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椭圆 345">
                <a:extLst>
                  <a:ext uri="{FF2B5EF4-FFF2-40B4-BE49-F238E27FC236}">
                    <a16:creationId xmlns:a16="http://schemas.microsoft.com/office/drawing/2014/main" id="{D157D056-EE31-068C-76DA-AD8FBEB5375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836408" y="2546545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7" name="椭圆 346">
                <a:extLst>
                  <a:ext uri="{FF2B5EF4-FFF2-40B4-BE49-F238E27FC236}">
                    <a16:creationId xmlns:a16="http://schemas.microsoft.com/office/drawing/2014/main" id="{ABD2AFED-926C-92A2-CD7C-91B5991B379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244215" y="285250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椭圆 347">
                <a:extLst>
                  <a:ext uri="{FF2B5EF4-FFF2-40B4-BE49-F238E27FC236}">
                    <a16:creationId xmlns:a16="http://schemas.microsoft.com/office/drawing/2014/main" id="{E24006CB-1D35-9A5B-AF39-B16EE10BA30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114270" y="3394201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" name="椭圆 348">
                <a:extLst>
                  <a:ext uri="{FF2B5EF4-FFF2-40B4-BE49-F238E27FC236}">
                    <a16:creationId xmlns:a16="http://schemas.microsoft.com/office/drawing/2014/main" id="{255C521C-94F2-6B77-FC9D-4C0E5EC3EA2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890384" y="3404451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" name="椭圆 349">
                <a:extLst>
                  <a:ext uri="{FF2B5EF4-FFF2-40B4-BE49-F238E27FC236}">
                    <a16:creationId xmlns:a16="http://schemas.microsoft.com/office/drawing/2014/main" id="{A9CF261D-18B2-6476-2C1E-46591C170EE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355377" y="3461168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椭圆 350">
                <a:extLst>
                  <a:ext uri="{FF2B5EF4-FFF2-40B4-BE49-F238E27FC236}">
                    <a16:creationId xmlns:a16="http://schemas.microsoft.com/office/drawing/2014/main" id="{A7EDB080-9DC1-5C33-8BDB-AD6572F0D28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254103" y="3941140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" name="椭圆 351">
                <a:extLst>
                  <a:ext uri="{FF2B5EF4-FFF2-40B4-BE49-F238E27FC236}">
                    <a16:creationId xmlns:a16="http://schemas.microsoft.com/office/drawing/2014/main" id="{EB4EF2A9-70CE-5DC8-FD66-5D8E63EA34A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252288" y="4136819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椭圆 352">
                <a:extLst>
                  <a:ext uri="{FF2B5EF4-FFF2-40B4-BE49-F238E27FC236}">
                    <a16:creationId xmlns:a16="http://schemas.microsoft.com/office/drawing/2014/main" id="{F247A00B-51CE-5AC5-197D-98CD0B52403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474402" y="3826667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椭圆 353">
                <a:extLst>
                  <a:ext uri="{FF2B5EF4-FFF2-40B4-BE49-F238E27FC236}">
                    <a16:creationId xmlns:a16="http://schemas.microsoft.com/office/drawing/2014/main" id="{C34E97CA-B80C-300B-0A4C-F59D7F8C507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583939" y="3691579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椭圆 354">
                <a:extLst>
                  <a:ext uri="{FF2B5EF4-FFF2-40B4-BE49-F238E27FC236}">
                    <a16:creationId xmlns:a16="http://schemas.microsoft.com/office/drawing/2014/main" id="{9A45ED2A-5473-2830-5D48-EEFE94557CE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743861" y="3581807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椭圆 355">
                <a:extLst>
                  <a:ext uri="{FF2B5EF4-FFF2-40B4-BE49-F238E27FC236}">
                    <a16:creationId xmlns:a16="http://schemas.microsoft.com/office/drawing/2014/main" id="{578874D0-9DE2-E3FD-5EAE-18B51256727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743836" y="4270611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椭圆 356">
                <a:extLst>
                  <a:ext uri="{FF2B5EF4-FFF2-40B4-BE49-F238E27FC236}">
                    <a16:creationId xmlns:a16="http://schemas.microsoft.com/office/drawing/2014/main" id="{3CC853E7-9059-FEB4-1D47-9F1E4E95A8D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530456" y="4132064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8" name="椭圆 357">
                <a:extLst>
                  <a:ext uri="{FF2B5EF4-FFF2-40B4-BE49-F238E27FC236}">
                    <a16:creationId xmlns:a16="http://schemas.microsoft.com/office/drawing/2014/main" id="{2A0D9F95-E57E-DA80-F6EB-1B6AAD17C00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024728" y="4280330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9" name="椭圆 358">
                <a:extLst>
                  <a:ext uri="{FF2B5EF4-FFF2-40B4-BE49-F238E27FC236}">
                    <a16:creationId xmlns:a16="http://schemas.microsoft.com/office/drawing/2014/main" id="{25A6FF5D-847E-E77C-E3AD-5F1E946CA85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0380033" y="4337562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0" name="椭圆 359">
                <a:extLst>
                  <a:ext uri="{FF2B5EF4-FFF2-40B4-BE49-F238E27FC236}">
                    <a16:creationId xmlns:a16="http://schemas.microsoft.com/office/drawing/2014/main" id="{E1E9D002-E685-A270-1E87-46ADAA81233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750219" y="4971434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椭圆 360">
                <a:extLst>
                  <a:ext uri="{FF2B5EF4-FFF2-40B4-BE49-F238E27FC236}">
                    <a16:creationId xmlns:a16="http://schemas.microsoft.com/office/drawing/2014/main" id="{BA02CB02-9C80-7FC8-B61A-D024AE0FCB4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900354" y="5210074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2" name="椭圆 361">
                <a:extLst>
                  <a:ext uri="{FF2B5EF4-FFF2-40B4-BE49-F238E27FC236}">
                    <a16:creationId xmlns:a16="http://schemas.microsoft.com/office/drawing/2014/main" id="{5A921029-5366-B0D6-EF3B-9C569A58429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9231044" y="4848482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椭圆 362">
                <a:extLst>
                  <a:ext uri="{FF2B5EF4-FFF2-40B4-BE49-F238E27FC236}">
                    <a16:creationId xmlns:a16="http://schemas.microsoft.com/office/drawing/2014/main" id="{9FACE324-2323-BF7B-0D9A-10AB02137A4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987929" y="4666985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" name="椭圆 363">
                <a:extLst>
                  <a:ext uri="{FF2B5EF4-FFF2-40B4-BE49-F238E27FC236}">
                    <a16:creationId xmlns:a16="http://schemas.microsoft.com/office/drawing/2014/main" id="{C921631C-270A-CDD4-B6E8-C60354E438B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899781" y="4407164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" name="椭圆 364">
                <a:extLst>
                  <a:ext uri="{FF2B5EF4-FFF2-40B4-BE49-F238E27FC236}">
                    <a16:creationId xmlns:a16="http://schemas.microsoft.com/office/drawing/2014/main" id="{1E9DFC72-BBC1-8399-F6C7-F00245B121C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743836" y="4558793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椭圆 365">
                <a:extLst>
                  <a:ext uri="{FF2B5EF4-FFF2-40B4-BE49-F238E27FC236}">
                    <a16:creationId xmlns:a16="http://schemas.microsoft.com/office/drawing/2014/main" id="{DBE02A76-608C-76E4-7F17-A0DEF140CA1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038744" y="4971434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" name="椭圆 366">
                <a:extLst>
                  <a:ext uri="{FF2B5EF4-FFF2-40B4-BE49-F238E27FC236}">
                    <a16:creationId xmlns:a16="http://schemas.microsoft.com/office/drawing/2014/main" id="{7B8CB8DA-2D58-1FC8-5C9C-DFB5825169B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417037" y="4350934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" name="椭圆 367">
                <a:extLst>
                  <a:ext uri="{FF2B5EF4-FFF2-40B4-BE49-F238E27FC236}">
                    <a16:creationId xmlns:a16="http://schemas.microsoft.com/office/drawing/2014/main" id="{1D7412F8-59A4-5525-3EAF-2C42EEBAFE1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3087" y="406679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9" name="椭圆 368">
                <a:extLst>
                  <a:ext uri="{FF2B5EF4-FFF2-40B4-BE49-F238E27FC236}">
                    <a16:creationId xmlns:a16="http://schemas.microsoft.com/office/drawing/2014/main" id="{5BFBF37C-0383-7C94-31A4-2A1133F16DD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471012" y="4190621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" name="椭圆 369">
                <a:extLst>
                  <a:ext uri="{FF2B5EF4-FFF2-40B4-BE49-F238E27FC236}">
                    <a16:creationId xmlns:a16="http://schemas.microsoft.com/office/drawing/2014/main" id="{21B2F5B5-83DE-A340-D0DA-CB2C515383C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185093" y="3494323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" name="椭圆 370">
                <a:extLst>
                  <a:ext uri="{FF2B5EF4-FFF2-40B4-BE49-F238E27FC236}">
                    <a16:creationId xmlns:a16="http://schemas.microsoft.com/office/drawing/2014/main" id="{AD42FE4E-8E67-F8FC-A19B-9CAA2B62BE4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417037" y="263734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椭圆 371">
                <a:extLst>
                  <a:ext uri="{FF2B5EF4-FFF2-40B4-BE49-F238E27FC236}">
                    <a16:creationId xmlns:a16="http://schemas.microsoft.com/office/drawing/2014/main" id="{D09BF82C-E52E-7FD1-2E87-041FE1E28FC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174274" y="2195926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" name="椭圆 372">
                <a:extLst>
                  <a:ext uri="{FF2B5EF4-FFF2-40B4-BE49-F238E27FC236}">
                    <a16:creationId xmlns:a16="http://schemas.microsoft.com/office/drawing/2014/main" id="{FB71D7DD-3EB5-82FB-8890-85E317ABB08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048862" y="2002443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9FD3D6E3-78A4-9E7E-D617-A4C6803712B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707836" y="3665573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椭圆 375">
                <a:extLst>
                  <a:ext uri="{FF2B5EF4-FFF2-40B4-BE49-F238E27FC236}">
                    <a16:creationId xmlns:a16="http://schemas.microsoft.com/office/drawing/2014/main" id="{E65F12FD-54BF-BF48-040D-B13BF75ABA8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174274" y="3441162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文本框 377">
                <a:extLst>
                  <a:ext uri="{FF2B5EF4-FFF2-40B4-BE49-F238E27FC236}">
                    <a16:creationId xmlns:a16="http://schemas.microsoft.com/office/drawing/2014/main" id="{863F8D01-1C09-16D2-C15B-C40FD666B55E}"/>
                  </a:ext>
                </a:extLst>
              </p:cNvPr>
              <p:cNvSpPr txBox="1"/>
              <p:nvPr/>
            </p:nvSpPr>
            <p:spPr>
              <a:xfrm>
                <a:off x="9417888" y="3459162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dirty="0"/>
              </a:p>
            </p:txBody>
          </p: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CF958375-C956-BC80-CF4F-BBC378D932E1}"/>
                  </a:ext>
                </a:extLst>
              </p:cNvPr>
              <p:cNvCxnSpPr>
                <a:cxnSpLocks/>
                <a:stCxn id="450" idx="1"/>
              </p:cNvCxnSpPr>
              <p:nvPr/>
            </p:nvCxnSpPr>
            <p:spPr>
              <a:xfrm flipV="1">
                <a:off x="8926989" y="2883256"/>
                <a:ext cx="610016" cy="614232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2393CC94-FAAF-C955-EC16-9B969EEB1B18}"/>
                  </a:ext>
                </a:extLst>
              </p:cNvPr>
              <p:cNvCxnSpPr>
                <a:cxnSpLocks/>
                <a:endCxn id="335" idx="3"/>
              </p:cNvCxnSpPr>
              <p:nvPr/>
            </p:nvCxnSpPr>
            <p:spPr>
              <a:xfrm flipH="1" flipV="1">
                <a:off x="9561184" y="2877687"/>
                <a:ext cx="264333" cy="61948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A56C5568-4098-C74A-8E51-064852DB8F0F}"/>
                  </a:ext>
                </a:extLst>
              </p:cNvPr>
              <p:cNvCxnSpPr>
                <a:cxnSpLocks/>
                <a:stCxn id="336" idx="2"/>
                <a:endCxn id="337" idx="6"/>
              </p:cNvCxnSpPr>
              <p:nvPr/>
            </p:nvCxnSpPr>
            <p:spPr>
              <a:xfrm flipV="1">
                <a:off x="9853794" y="3512323"/>
                <a:ext cx="742488" cy="26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131CAC3A-AAE9-2805-5A16-1C36C21F7AD4}"/>
                  </a:ext>
                </a:extLst>
              </p:cNvPr>
              <p:cNvCxnSpPr>
                <a:cxnSpLocks/>
                <a:stCxn id="338" idx="3"/>
                <a:endCxn id="337" idx="7"/>
              </p:cNvCxnSpPr>
              <p:nvPr/>
            </p:nvCxnSpPr>
            <p:spPr>
              <a:xfrm>
                <a:off x="10253587" y="3057458"/>
                <a:ext cx="347967" cy="44213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4BBDC83E-C67E-34A7-1EEC-8DF1355CA719}"/>
                  </a:ext>
                </a:extLst>
              </p:cNvPr>
              <p:cNvCxnSpPr>
                <a:cxnSpLocks/>
                <a:stCxn id="338" idx="2"/>
                <a:endCxn id="339" idx="6"/>
              </p:cNvCxnSpPr>
              <p:nvPr/>
            </p:nvCxnSpPr>
            <p:spPr>
              <a:xfrm flipV="1">
                <a:off x="10258859" y="3042421"/>
                <a:ext cx="130664" cy="2309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3BA9AE37-B646-988D-8AE6-2451AD3784EE}"/>
                  </a:ext>
                </a:extLst>
              </p:cNvPr>
              <p:cNvCxnSpPr>
                <a:cxnSpLocks/>
                <a:stCxn id="339" idx="3"/>
              </p:cNvCxnSpPr>
              <p:nvPr/>
            </p:nvCxnSpPr>
            <p:spPr>
              <a:xfrm>
                <a:off x="10420251" y="3055149"/>
                <a:ext cx="43118" cy="1954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A2207950-B21D-3405-98EE-3BC38B7AB8FB}"/>
                  </a:ext>
                </a:extLst>
              </p:cNvPr>
              <p:cNvCxnSpPr>
                <a:cxnSpLocks/>
                <a:endCxn id="340" idx="4"/>
              </p:cNvCxnSpPr>
              <p:nvPr/>
            </p:nvCxnSpPr>
            <p:spPr>
              <a:xfrm flipH="1" flipV="1">
                <a:off x="10399141" y="2655346"/>
                <a:ext cx="79808" cy="40507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344E65C4-A483-A016-D4E9-56192F3109FE}"/>
                  </a:ext>
                </a:extLst>
              </p:cNvPr>
              <p:cNvCxnSpPr>
                <a:cxnSpLocks/>
                <a:stCxn id="341" idx="3"/>
                <a:endCxn id="340" idx="7"/>
              </p:cNvCxnSpPr>
              <p:nvPr/>
            </p:nvCxnSpPr>
            <p:spPr>
              <a:xfrm>
                <a:off x="9780947" y="2032007"/>
                <a:ext cx="605466" cy="59261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2" name="直接连接符 391">
                <a:extLst>
                  <a:ext uri="{FF2B5EF4-FFF2-40B4-BE49-F238E27FC236}">
                    <a16:creationId xmlns:a16="http://schemas.microsoft.com/office/drawing/2014/main" id="{ABC84153-8BEC-9088-1393-BB341F5D6932}"/>
                  </a:ext>
                </a:extLst>
              </p:cNvPr>
              <p:cNvCxnSpPr>
                <a:cxnSpLocks/>
                <a:stCxn id="343" idx="2"/>
                <a:endCxn id="341" idx="7"/>
              </p:cNvCxnSpPr>
              <p:nvPr/>
            </p:nvCxnSpPr>
            <p:spPr>
              <a:xfrm>
                <a:off x="8933179" y="1801036"/>
                <a:ext cx="822312" cy="20551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4" name="直接连接符 393">
                <a:extLst>
                  <a:ext uri="{FF2B5EF4-FFF2-40B4-BE49-F238E27FC236}">
                    <a16:creationId xmlns:a16="http://schemas.microsoft.com/office/drawing/2014/main" id="{A2157F74-393C-7ADC-9119-204D080B39D5}"/>
                  </a:ext>
                </a:extLst>
              </p:cNvPr>
              <p:cNvCxnSpPr>
                <a:cxnSpLocks/>
                <a:stCxn id="343" idx="4"/>
                <a:endCxn id="345" idx="0"/>
              </p:cNvCxnSpPr>
              <p:nvPr/>
            </p:nvCxnSpPr>
            <p:spPr>
              <a:xfrm flipH="1">
                <a:off x="8910955" y="1819036"/>
                <a:ext cx="4224" cy="743763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>
                <a:extLst>
                  <a:ext uri="{FF2B5EF4-FFF2-40B4-BE49-F238E27FC236}">
                    <a16:creationId xmlns:a16="http://schemas.microsoft.com/office/drawing/2014/main" id="{803925C9-128E-0300-8BB0-0D4113225013}"/>
                  </a:ext>
                </a:extLst>
              </p:cNvPr>
              <p:cNvCxnSpPr>
                <a:cxnSpLocks/>
                <a:stCxn id="344" idx="2"/>
                <a:endCxn id="345" idx="6"/>
              </p:cNvCxnSpPr>
              <p:nvPr/>
            </p:nvCxnSpPr>
            <p:spPr>
              <a:xfrm>
                <a:off x="8815861" y="2544399"/>
                <a:ext cx="77094" cy="3640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6" name="直接连接符 395">
                <a:extLst>
                  <a:ext uri="{FF2B5EF4-FFF2-40B4-BE49-F238E27FC236}">
                    <a16:creationId xmlns:a16="http://schemas.microsoft.com/office/drawing/2014/main" id="{1C76D34F-CF6A-2579-AE04-10C19A7B7EB4}"/>
                  </a:ext>
                </a:extLst>
              </p:cNvPr>
              <p:cNvCxnSpPr>
                <a:cxnSpLocks/>
                <a:stCxn id="347" idx="1"/>
                <a:endCxn id="344" idx="5"/>
              </p:cNvCxnSpPr>
              <p:nvPr/>
            </p:nvCxnSpPr>
            <p:spPr>
              <a:xfrm flipV="1">
                <a:off x="8274943" y="2557127"/>
                <a:ext cx="510190" cy="30065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D2EBAFE1-0292-23DD-3D58-7EDABB57481A}"/>
                  </a:ext>
                </a:extLst>
              </p:cNvPr>
              <p:cNvCxnSpPr>
                <a:cxnSpLocks/>
                <a:endCxn id="347" idx="5"/>
              </p:cNvCxnSpPr>
              <p:nvPr/>
            </p:nvCxnSpPr>
            <p:spPr>
              <a:xfrm flipV="1">
                <a:off x="8138260" y="2883234"/>
                <a:ext cx="111227" cy="51096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>
                <a:extLst>
                  <a:ext uri="{FF2B5EF4-FFF2-40B4-BE49-F238E27FC236}">
                    <a16:creationId xmlns:a16="http://schemas.microsoft.com/office/drawing/2014/main" id="{FE69B28A-8410-2CBB-969F-5B8F71985FF3}"/>
                  </a:ext>
                </a:extLst>
              </p:cNvPr>
              <p:cNvCxnSpPr>
                <a:cxnSpLocks/>
                <a:stCxn id="349" idx="2"/>
                <a:endCxn id="348" idx="6"/>
              </p:cNvCxnSpPr>
              <p:nvPr/>
            </p:nvCxnSpPr>
            <p:spPr>
              <a:xfrm flipV="1">
                <a:off x="7926384" y="3412201"/>
                <a:ext cx="187886" cy="1025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B3976AF4-4DFA-0513-CBDF-836B896E2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7973" y="3404451"/>
                <a:ext cx="134080" cy="10299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4" name="椭圆 403">
                <a:extLst>
                  <a:ext uri="{FF2B5EF4-FFF2-40B4-BE49-F238E27FC236}">
                    <a16:creationId xmlns:a16="http://schemas.microsoft.com/office/drawing/2014/main" id="{7C86BA22-B6E6-825F-F9FE-B4E0276B902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976188" y="3489442"/>
                <a:ext cx="36000" cy="36000"/>
              </a:xfrm>
              <a:prstGeom prst="ellipse">
                <a:avLst/>
              </a:prstGeom>
              <a:solidFill>
                <a:srgbClr val="266AA9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05" name="直接连接符 404">
                <a:extLst>
                  <a:ext uri="{FF2B5EF4-FFF2-40B4-BE49-F238E27FC236}">
                    <a16:creationId xmlns:a16="http://schemas.microsoft.com/office/drawing/2014/main" id="{CC89D8AE-AF05-5D12-6BAA-6E474D8C839B}"/>
                  </a:ext>
                </a:extLst>
              </p:cNvPr>
              <p:cNvCxnSpPr>
                <a:cxnSpLocks/>
                <a:stCxn id="404" idx="2"/>
              </p:cNvCxnSpPr>
              <p:nvPr/>
            </p:nvCxnSpPr>
            <p:spPr>
              <a:xfrm flipV="1">
                <a:off x="8012188" y="3497168"/>
                <a:ext cx="194289" cy="10274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>
                <a:extLst>
                  <a:ext uri="{FF2B5EF4-FFF2-40B4-BE49-F238E27FC236}">
                    <a16:creationId xmlns:a16="http://schemas.microsoft.com/office/drawing/2014/main" id="{F6F82FED-C79F-44A6-209B-FBF98072DCBA}"/>
                  </a:ext>
                </a:extLst>
              </p:cNvPr>
              <p:cNvCxnSpPr>
                <a:cxnSpLocks/>
                <a:endCxn id="350" idx="6"/>
              </p:cNvCxnSpPr>
              <p:nvPr/>
            </p:nvCxnSpPr>
            <p:spPr>
              <a:xfrm flipV="1">
                <a:off x="8184431" y="3479168"/>
                <a:ext cx="170946" cy="1800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7" name="直接连接符 406">
                <a:extLst>
                  <a:ext uri="{FF2B5EF4-FFF2-40B4-BE49-F238E27FC236}">
                    <a16:creationId xmlns:a16="http://schemas.microsoft.com/office/drawing/2014/main" id="{E01EBAFD-8EB6-FD26-F223-AAD247E03C7E}"/>
                  </a:ext>
                </a:extLst>
              </p:cNvPr>
              <p:cNvCxnSpPr>
                <a:cxnSpLocks/>
                <a:stCxn id="350" idx="6"/>
                <a:endCxn id="376" idx="2"/>
              </p:cNvCxnSpPr>
              <p:nvPr/>
            </p:nvCxnSpPr>
            <p:spPr>
              <a:xfrm flipH="1" flipV="1">
                <a:off x="8210274" y="3459162"/>
                <a:ext cx="145103" cy="2000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0" name="直接连接符 409">
                <a:extLst>
                  <a:ext uri="{FF2B5EF4-FFF2-40B4-BE49-F238E27FC236}">
                    <a16:creationId xmlns:a16="http://schemas.microsoft.com/office/drawing/2014/main" id="{03235A1D-E0DF-2DA9-0F71-D34518FE70AE}"/>
                  </a:ext>
                </a:extLst>
              </p:cNvPr>
              <p:cNvCxnSpPr>
                <a:cxnSpLocks/>
                <a:stCxn id="376" idx="4"/>
                <a:endCxn id="351" idx="0"/>
              </p:cNvCxnSpPr>
              <p:nvPr/>
            </p:nvCxnSpPr>
            <p:spPr>
              <a:xfrm>
                <a:off x="8192274" y="3477162"/>
                <a:ext cx="79829" cy="463978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1" name="直接连接符 410">
                <a:extLst>
                  <a:ext uri="{FF2B5EF4-FFF2-40B4-BE49-F238E27FC236}">
                    <a16:creationId xmlns:a16="http://schemas.microsoft.com/office/drawing/2014/main" id="{988E0CAD-95B1-284A-6C27-33C12022FCF8}"/>
                  </a:ext>
                </a:extLst>
              </p:cNvPr>
              <p:cNvCxnSpPr>
                <a:cxnSpLocks/>
                <a:stCxn id="351" idx="4"/>
                <a:endCxn id="352" idx="0"/>
              </p:cNvCxnSpPr>
              <p:nvPr/>
            </p:nvCxnSpPr>
            <p:spPr>
              <a:xfrm flipH="1">
                <a:off x="8270288" y="3977140"/>
                <a:ext cx="1815" cy="159679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2" name="直接连接符 411">
                <a:extLst>
                  <a:ext uri="{FF2B5EF4-FFF2-40B4-BE49-F238E27FC236}">
                    <a16:creationId xmlns:a16="http://schemas.microsoft.com/office/drawing/2014/main" id="{A00E4B38-C22F-C5C3-975D-231D413100D0}"/>
                  </a:ext>
                </a:extLst>
              </p:cNvPr>
              <p:cNvCxnSpPr>
                <a:cxnSpLocks/>
                <a:stCxn id="353" idx="5"/>
                <a:endCxn id="352" idx="1"/>
              </p:cNvCxnSpPr>
              <p:nvPr/>
            </p:nvCxnSpPr>
            <p:spPr>
              <a:xfrm flipH="1">
                <a:off x="8283016" y="3857395"/>
                <a:ext cx="196658" cy="28469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4" name="直接连接符 413">
                <a:extLst>
                  <a:ext uri="{FF2B5EF4-FFF2-40B4-BE49-F238E27FC236}">
                    <a16:creationId xmlns:a16="http://schemas.microsoft.com/office/drawing/2014/main" id="{3AE7122B-C65B-6F6C-73C1-E83E747FC26A}"/>
                  </a:ext>
                </a:extLst>
              </p:cNvPr>
              <p:cNvCxnSpPr>
                <a:cxnSpLocks/>
                <a:stCxn id="354" idx="5"/>
                <a:endCxn id="353" idx="1"/>
              </p:cNvCxnSpPr>
              <p:nvPr/>
            </p:nvCxnSpPr>
            <p:spPr>
              <a:xfrm flipH="1">
                <a:off x="8505130" y="3722307"/>
                <a:ext cx="84081" cy="109632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5" name="直接连接符 414">
                <a:extLst>
                  <a:ext uri="{FF2B5EF4-FFF2-40B4-BE49-F238E27FC236}">
                    <a16:creationId xmlns:a16="http://schemas.microsoft.com/office/drawing/2014/main" id="{93141A5F-DF5A-6DB2-0BA8-38940A5462E6}"/>
                  </a:ext>
                </a:extLst>
              </p:cNvPr>
              <p:cNvCxnSpPr>
                <a:cxnSpLocks/>
                <a:stCxn id="375" idx="6"/>
                <a:endCxn id="354" idx="2"/>
              </p:cNvCxnSpPr>
              <p:nvPr/>
            </p:nvCxnSpPr>
            <p:spPr>
              <a:xfrm flipH="1">
                <a:off x="8619939" y="3683573"/>
                <a:ext cx="87897" cy="2600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8" name="直接连接符 417">
                <a:extLst>
                  <a:ext uri="{FF2B5EF4-FFF2-40B4-BE49-F238E27FC236}">
                    <a16:creationId xmlns:a16="http://schemas.microsoft.com/office/drawing/2014/main" id="{5A3BC23A-4A6D-4A5E-BCFF-F8B9C4856E24}"/>
                  </a:ext>
                </a:extLst>
              </p:cNvPr>
              <p:cNvCxnSpPr>
                <a:cxnSpLocks/>
                <a:stCxn id="355" idx="5"/>
              </p:cNvCxnSpPr>
              <p:nvPr/>
            </p:nvCxnSpPr>
            <p:spPr>
              <a:xfrm flipH="1">
                <a:off x="8730626" y="3612535"/>
                <a:ext cx="18507" cy="54334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0" name="直接连接符 419">
                <a:extLst>
                  <a:ext uri="{FF2B5EF4-FFF2-40B4-BE49-F238E27FC236}">
                    <a16:creationId xmlns:a16="http://schemas.microsoft.com/office/drawing/2014/main" id="{9E7D25AA-3382-BB6C-9A3D-052787E678D8}"/>
                  </a:ext>
                </a:extLst>
              </p:cNvPr>
              <p:cNvCxnSpPr>
                <a:cxnSpLocks/>
                <a:stCxn id="357" idx="6"/>
                <a:endCxn id="356" idx="2"/>
              </p:cNvCxnSpPr>
              <p:nvPr/>
            </p:nvCxnSpPr>
            <p:spPr>
              <a:xfrm flipH="1">
                <a:off x="8779836" y="4150064"/>
                <a:ext cx="750620" cy="13854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2" name="直接连接符 421">
                <a:extLst>
                  <a:ext uri="{FF2B5EF4-FFF2-40B4-BE49-F238E27FC236}">
                    <a16:creationId xmlns:a16="http://schemas.microsoft.com/office/drawing/2014/main" id="{4D652840-3032-B68C-20A9-600C7F26E51D}"/>
                  </a:ext>
                </a:extLst>
              </p:cNvPr>
              <p:cNvCxnSpPr>
                <a:cxnSpLocks/>
                <a:stCxn id="358" idx="6"/>
                <a:endCxn id="357" idx="2"/>
              </p:cNvCxnSpPr>
              <p:nvPr/>
            </p:nvCxnSpPr>
            <p:spPr>
              <a:xfrm flipH="1" flipV="1">
                <a:off x="9566456" y="4150064"/>
                <a:ext cx="458272" cy="14826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3" name="直接连接符 422">
                <a:extLst>
                  <a:ext uri="{FF2B5EF4-FFF2-40B4-BE49-F238E27FC236}">
                    <a16:creationId xmlns:a16="http://schemas.microsoft.com/office/drawing/2014/main" id="{4073E082-EC75-9356-99C5-19B3119843C5}"/>
                  </a:ext>
                </a:extLst>
              </p:cNvPr>
              <p:cNvCxnSpPr>
                <a:cxnSpLocks/>
                <a:stCxn id="359" idx="7"/>
              </p:cNvCxnSpPr>
              <p:nvPr/>
            </p:nvCxnSpPr>
            <p:spPr>
              <a:xfrm flipH="1" flipV="1">
                <a:off x="10070814" y="4259556"/>
                <a:ext cx="314491" cy="83278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5" name="直接连接符 424">
                <a:extLst>
                  <a:ext uri="{FF2B5EF4-FFF2-40B4-BE49-F238E27FC236}">
                    <a16:creationId xmlns:a16="http://schemas.microsoft.com/office/drawing/2014/main" id="{65689E3E-59DD-2C60-246E-CB2B1FD7EE3E}"/>
                  </a:ext>
                </a:extLst>
              </p:cNvPr>
              <p:cNvCxnSpPr>
                <a:cxnSpLocks/>
                <a:stCxn id="360" idx="1"/>
                <a:endCxn id="359" idx="5"/>
              </p:cNvCxnSpPr>
              <p:nvPr/>
            </p:nvCxnSpPr>
            <p:spPr>
              <a:xfrm flipV="1">
                <a:off x="9780947" y="4368290"/>
                <a:ext cx="604358" cy="60841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6" name="直接连接符 425">
                <a:extLst>
                  <a:ext uri="{FF2B5EF4-FFF2-40B4-BE49-F238E27FC236}">
                    <a16:creationId xmlns:a16="http://schemas.microsoft.com/office/drawing/2014/main" id="{936C0567-3BD1-6491-4401-4554C06A5D62}"/>
                  </a:ext>
                </a:extLst>
              </p:cNvPr>
              <p:cNvCxnSpPr>
                <a:cxnSpLocks/>
                <a:stCxn id="360" idx="6"/>
                <a:endCxn id="361" idx="1"/>
              </p:cNvCxnSpPr>
              <p:nvPr/>
            </p:nvCxnSpPr>
            <p:spPr>
              <a:xfrm flipH="1">
                <a:off x="8931082" y="4989434"/>
                <a:ext cx="819137" cy="225912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7" name="直接连接符 426">
                <a:extLst>
                  <a:ext uri="{FF2B5EF4-FFF2-40B4-BE49-F238E27FC236}">
                    <a16:creationId xmlns:a16="http://schemas.microsoft.com/office/drawing/2014/main" id="{FCB2B976-25C3-7A76-4D18-C647EE401C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62105" y="5090417"/>
                <a:ext cx="117017" cy="3438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8" name="直接连接符 427">
                <a:extLst>
                  <a:ext uri="{FF2B5EF4-FFF2-40B4-BE49-F238E27FC236}">
                    <a16:creationId xmlns:a16="http://schemas.microsoft.com/office/drawing/2014/main" id="{2DC00BEC-89A2-7EFE-C758-6B735EBADB02}"/>
                  </a:ext>
                </a:extLst>
              </p:cNvPr>
              <p:cNvCxnSpPr>
                <a:cxnSpLocks/>
                <a:stCxn id="363" idx="4"/>
                <a:endCxn id="361" idx="0"/>
              </p:cNvCxnSpPr>
              <p:nvPr/>
            </p:nvCxnSpPr>
            <p:spPr>
              <a:xfrm flipH="1">
                <a:off x="8918354" y="4702985"/>
                <a:ext cx="87575" cy="507089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9" name="直接连接符 428">
                <a:extLst>
                  <a:ext uri="{FF2B5EF4-FFF2-40B4-BE49-F238E27FC236}">
                    <a16:creationId xmlns:a16="http://schemas.microsoft.com/office/drawing/2014/main" id="{7124FD53-9432-9268-41C8-1F3B3268173B}"/>
                  </a:ext>
                </a:extLst>
              </p:cNvPr>
              <p:cNvCxnSpPr>
                <a:cxnSpLocks/>
                <a:stCxn id="363" idx="3"/>
                <a:endCxn id="362" idx="7"/>
              </p:cNvCxnSpPr>
              <p:nvPr/>
            </p:nvCxnSpPr>
            <p:spPr>
              <a:xfrm>
                <a:off x="9018657" y="4697713"/>
                <a:ext cx="217659" cy="15604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1" name="直接连接符 430">
                <a:extLst>
                  <a:ext uri="{FF2B5EF4-FFF2-40B4-BE49-F238E27FC236}">
                    <a16:creationId xmlns:a16="http://schemas.microsoft.com/office/drawing/2014/main" id="{880DE9DE-38B3-6960-28BC-F388BE51C84A}"/>
                  </a:ext>
                </a:extLst>
              </p:cNvPr>
              <p:cNvCxnSpPr>
                <a:cxnSpLocks/>
                <a:stCxn id="364" idx="4"/>
              </p:cNvCxnSpPr>
              <p:nvPr/>
            </p:nvCxnSpPr>
            <p:spPr>
              <a:xfrm>
                <a:off x="8917781" y="4443164"/>
                <a:ext cx="406362" cy="429011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2" name="直接连接符 431">
                <a:extLst>
                  <a:ext uri="{FF2B5EF4-FFF2-40B4-BE49-F238E27FC236}">
                    <a16:creationId xmlns:a16="http://schemas.microsoft.com/office/drawing/2014/main" id="{E6E3BC78-74BB-A85A-3786-D8B9E347F7C1}"/>
                  </a:ext>
                </a:extLst>
              </p:cNvPr>
              <p:cNvCxnSpPr>
                <a:cxnSpLocks/>
                <a:stCxn id="364" idx="5"/>
                <a:endCxn id="365" idx="1"/>
              </p:cNvCxnSpPr>
              <p:nvPr/>
            </p:nvCxnSpPr>
            <p:spPr>
              <a:xfrm flipH="1">
                <a:off x="8774564" y="4437892"/>
                <a:ext cx="130489" cy="126173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3" name="直接连接符 432">
                <a:extLst>
                  <a:ext uri="{FF2B5EF4-FFF2-40B4-BE49-F238E27FC236}">
                    <a16:creationId xmlns:a16="http://schemas.microsoft.com/office/drawing/2014/main" id="{22961C67-FB4D-C07F-DD13-200FA143CA41}"/>
                  </a:ext>
                </a:extLst>
              </p:cNvPr>
              <p:cNvCxnSpPr>
                <a:cxnSpLocks/>
                <a:endCxn id="366" idx="1"/>
              </p:cNvCxnSpPr>
              <p:nvPr/>
            </p:nvCxnSpPr>
            <p:spPr>
              <a:xfrm flipH="1">
                <a:off x="8069472" y="4637831"/>
                <a:ext cx="631030" cy="33887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5" name="直接连接符 434">
                <a:extLst>
                  <a:ext uri="{FF2B5EF4-FFF2-40B4-BE49-F238E27FC236}">
                    <a16:creationId xmlns:a16="http://schemas.microsoft.com/office/drawing/2014/main" id="{8AD28A59-BBA3-E1DB-B376-612AE80A255C}"/>
                  </a:ext>
                </a:extLst>
              </p:cNvPr>
              <p:cNvCxnSpPr>
                <a:cxnSpLocks/>
                <a:stCxn id="367" idx="3"/>
                <a:endCxn id="366" idx="7"/>
              </p:cNvCxnSpPr>
              <p:nvPr/>
            </p:nvCxnSpPr>
            <p:spPr>
              <a:xfrm>
                <a:off x="7447765" y="4381662"/>
                <a:ext cx="596251" cy="595044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6" name="直接连接符 435">
                <a:extLst>
                  <a:ext uri="{FF2B5EF4-FFF2-40B4-BE49-F238E27FC236}">
                    <a16:creationId xmlns:a16="http://schemas.microsoft.com/office/drawing/2014/main" id="{BE4EF5C1-61C9-3E3F-849B-D0472257C96D}"/>
                  </a:ext>
                </a:extLst>
              </p:cNvPr>
              <p:cNvCxnSpPr>
                <a:cxnSpLocks/>
                <a:stCxn id="367" idx="0"/>
                <a:endCxn id="369" idx="4"/>
              </p:cNvCxnSpPr>
              <p:nvPr/>
            </p:nvCxnSpPr>
            <p:spPr>
              <a:xfrm flipV="1">
                <a:off x="7435037" y="4226621"/>
                <a:ext cx="53975" cy="124313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7" name="直接连接符 436">
                <a:extLst>
                  <a:ext uri="{FF2B5EF4-FFF2-40B4-BE49-F238E27FC236}">
                    <a16:creationId xmlns:a16="http://schemas.microsoft.com/office/drawing/2014/main" id="{07C986F0-9527-65F5-8A22-64228AEC3DD1}"/>
                  </a:ext>
                </a:extLst>
              </p:cNvPr>
              <p:cNvCxnSpPr>
                <a:cxnSpLocks/>
                <a:stCxn id="369" idx="1"/>
                <a:endCxn id="368" idx="5"/>
              </p:cNvCxnSpPr>
              <p:nvPr/>
            </p:nvCxnSpPr>
            <p:spPr>
              <a:xfrm flipV="1">
                <a:off x="7501740" y="4097524"/>
                <a:ext cx="66619" cy="98369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05129E28-9561-2500-5F98-BEAF93A0E9B9}"/>
                  </a:ext>
                </a:extLst>
              </p:cNvPr>
              <p:cNvCxnSpPr>
                <a:cxnSpLocks/>
                <a:endCxn id="368" idx="6"/>
              </p:cNvCxnSpPr>
              <p:nvPr/>
            </p:nvCxnSpPr>
            <p:spPr>
              <a:xfrm flipV="1">
                <a:off x="7435037" y="4084796"/>
                <a:ext cx="128050" cy="15361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C02CA1F9-96DE-D463-9258-0E018695A6AA}"/>
                  </a:ext>
                </a:extLst>
              </p:cNvPr>
              <p:cNvCxnSpPr>
                <a:cxnSpLocks/>
                <a:stCxn id="371" idx="5"/>
                <a:endCxn id="370" idx="0"/>
              </p:cNvCxnSpPr>
              <p:nvPr/>
            </p:nvCxnSpPr>
            <p:spPr>
              <a:xfrm flipH="1">
                <a:off x="7203093" y="2668074"/>
                <a:ext cx="219216" cy="826249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1" name="直接连接符 440">
                <a:extLst>
                  <a:ext uri="{FF2B5EF4-FFF2-40B4-BE49-F238E27FC236}">
                    <a16:creationId xmlns:a16="http://schemas.microsoft.com/office/drawing/2014/main" id="{E613DB3A-246C-5BAD-1AA5-37CC5E62465A}"/>
                  </a:ext>
                </a:extLst>
              </p:cNvPr>
              <p:cNvCxnSpPr>
                <a:cxnSpLocks/>
                <a:stCxn id="371" idx="1"/>
                <a:endCxn id="372" idx="6"/>
              </p:cNvCxnSpPr>
              <p:nvPr/>
            </p:nvCxnSpPr>
            <p:spPr>
              <a:xfrm flipV="1">
                <a:off x="7447765" y="2213926"/>
                <a:ext cx="726509" cy="428692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2" name="直接连接符 441">
                <a:extLst>
                  <a:ext uri="{FF2B5EF4-FFF2-40B4-BE49-F238E27FC236}">
                    <a16:creationId xmlns:a16="http://schemas.microsoft.com/office/drawing/2014/main" id="{10BB5D5C-B95F-61F5-8D2A-224CF1F7FA62}"/>
                  </a:ext>
                </a:extLst>
              </p:cNvPr>
              <p:cNvCxnSpPr>
                <a:cxnSpLocks/>
                <a:stCxn id="373" idx="3"/>
                <a:endCxn id="372" idx="7"/>
              </p:cNvCxnSpPr>
              <p:nvPr/>
            </p:nvCxnSpPr>
            <p:spPr>
              <a:xfrm>
                <a:off x="8079590" y="2033171"/>
                <a:ext cx="99956" cy="16802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580C7430-2C02-1DE4-E94F-DDD32CE6EAD3}"/>
                  </a:ext>
                </a:extLst>
              </p:cNvPr>
              <p:cNvCxnSpPr>
                <a:cxnSpLocks/>
                <a:stCxn id="373" idx="5"/>
                <a:endCxn id="374" idx="2"/>
              </p:cNvCxnSpPr>
              <p:nvPr/>
            </p:nvCxnSpPr>
            <p:spPr>
              <a:xfrm flipH="1">
                <a:off x="7837092" y="2033171"/>
                <a:ext cx="217042" cy="42570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4" name="菱形 333">
                <a:extLst>
                  <a:ext uri="{FF2B5EF4-FFF2-40B4-BE49-F238E27FC236}">
                    <a16:creationId xmlns:a16="http://schemas.microsoft.com/office/drawing/2014/main" id="{0CFA7C5E-2C89-F63C-6973-6F6BA64544E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8851710" y="3459176"/>
                <a:ext cx="113094" cy="113094"/>
              </a:xfrm>
              <a:prstGeom prst="diamond">
                <a:avLst/>
              </a:prstGeom>
              <a:solidFill>
                <a:srgbClr val="B71D3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73" name="直接连接符 472">
                <a:extLst>
                  <a:ext uri="{FF2B5EF4-FFF2-40B4-BE49-F238E27FC236}">
                    <a16:creationId xmlns:a16="http://schemas.microsoft.com/office/drawing/2014/main" id="{2DDD05F9-E64E-6EFF-918B-1211E0A6C0E2}"/>
                  </a:ext>
                </a:extLst>
              </p:cNvPr>
              <p:cNvCxnSpPr>
                <a:cxnSpLocks/>
                <a:stCxn id="356" idx="0"/>
                <a:endCxn id="355" idx="4"/>
              </p:cNvCxnSpPr>
              <p:nvPr/>
            </p:nvCxnSpPr>
            <p:spPr>
              <a:xfrm flipV="1">
                <a:off x="8761836" y="3617807"/>
                <a:ext cx="25" cy="652804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7" name="直接连接符 486">
                <a:extLst>
                  <a:ext uri="{FF2B5EF4-FFF2-40B4-BE49-F238E27FC236}">
                    <a16:creationId xmlns:a16="http://schemas.microsoft.com/office/drawing/2014/main" id="{43D3DFF8-BA76-A784-B4B5-28D1F5D9C0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09716" y="4671334"/>
                <a:ext cx="76764" cy="80866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1" name="直接连接符 490">
                <a:extLst>
                  <a:ext uri="{FF2B5EF4-FFF2-40B4-BE49-F238E27FC236}">
                    <a16:creationId xmlns:a16="http://schemas.microsoft.com/office/drawing/2014/main" id="{401126D5-1DD9-2BE5-74F7-2A3F6B40D4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78913" y="4219575"/>
                <a:ext cx="73025" cy="11113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8" name="直接连接符 497">
                <a:extLst>
                  <a:ext uri="{FF2B5EF4-FFF2-40B4-BE49-F238E27FC236}">
                    <a16:creationId xmlns:a16="http://schemas.microsoft.com/office/drawing/2014/main" id="{7D701D71-2D24-69C2-8347-E0D562C2E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94800" y="3180212"/>
                <a:ext cx="49213" cy="45588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2" name="直接连接符 501">
                <a:extLst>
                  <a:ext uri="{FF2B5EF4-FFF2-40B4-BE49-F238E27FC236}">
                    <a16:creationId xmlns:a16="http://schemas.microsoft.com/office/drawing/2014/main" id="{9EB8859F-2E35-0EBC-F2D8-CBCF4BFBC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8037" y="3200024"/>
                <a:ext cx="23813" cy="55153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4" name="直接连接符 503">
                <a:extLst>
                  <a:ext uri="{FF2B5EF4-FFF2-40B4-BE49-F238E27FC236}">
                    <a16:creationId xmlns:a16="http://schemas.microsoft.com/office/drawing/2014/main" id="{D9E2B233-5A0C-F909-FA18-7A6480726D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3812" y="3511804"/>
                <a:ext cx="66675" cy="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4BE94CB5-F396-9FED-9973-34900C96FA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02888" y="3250219"/>
                <a:ext cx="38099" cy="47378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8" name="直接连接符 507">
                <a:extLst>
                  <a:ext uri="{FF2B5EF4-FFF2-40B4-BE49-F238E27FC236}">
                    <a16:creationId xmlns:a16="http://schemas.microsoft.com/office/drawing/2014/main" id="{0F4DE04D-2C03-A394-A973-ED1B8F9F56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34638" y="2816225"/>
                <a:ext cx="15875" cy="90488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3" name="直接连接符 512">
                <a:extLst>
                  <a:ext uri="{FF2B5EF4-FFF2-40B4-BE49-F238E27FC236}">
                    <a16:creationId xmlns:a16="http://schemas.microsoft.com/office/drawing/2014/main" id="{0CD4CDAF-B64D-7359-5B1A-73976AAE06E4}"/>
                  </a:ext>
                </a:extLst>
              </p:cNvPr>
              <p:cNvCxnSpPr>
                <a:cxnSpLocks/>
                <a:stCxn id="332" idx="7"/>
              </p:cNvCxnSpPr>
              <p:nvPr/>
            </p:nvCxnSpPr>
            <p:spPr>
              <a:xfrm flipH="1" flipV="1">
                <a:off x="10037762" y="2283430"/>
                <a:ext cx="48718" cy="5588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6" name="直接连接符 515">
                <a:extLst>
                  <a:ext uri="{FF2B5EF4-FFF2-40B4-BE49-F238E27FC236}">
                    <a16:creationId xmlns:a16="http://schemas.microsoft.com/office/drawing/2014/main" id="{F3F71A8B-96FB-2D96-8F16-24B1232E69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18625" y="1898227"/>
                <a:ext cx="74613" cy="1800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0" name="直接连接符 519">
                <a:extLst>
                  <a:ext uri="{FF2B5EF4-FFF2-40B4-BE49-F238E27FC236}">
                    <a16:creationId xmlns:a16="http://schemas.microsoft.com/office/drawing/2014/main" id="{83B59500-6C27-3F4F-D837-441AACF5F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14261" y="2144713"/>
                <a:ext cx="0" cy="6598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3" name="直接连接符 522">
                <a:extLst>
                  <a:ext uri="{FF2B5EF4-FFF2-40B4-BE49-F238E27FC236}">
                    <a16:creationId xmlns:a16="http://schemas.microsoft.com/office/drawing/2014/main" id="{0237BA04-8EB6-29A7-112B-B9FEF6F932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4238" y="2684463"/>
                <a:ext cx="66675" cy="3852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6" name="直接连接符 525">
                <a:extLst>
                  <a:ext uri="{FF2B5EF4-FFF2-40B4-BE49-F238E27FC236}">
                    <a16:creationId xmlns:a16="http://schemas.microsoft.com/office/drawing/2014/main" id="{7000ED1B-45EB-EE91-1BB6-8A3DB66D04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70889" y="3959813"/>
                <a:ext cx="42861" cy="58274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F4211584-F402-7935-5713-0A0CAB4491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5150" y="3096502"/>
                <a:ext cx="15875" cy="71872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2" name="直接连接符 531">
                <a:extLst>
                  <a:ext uri="{FF2B5EF4-FFF2-40B4-BE49-F238E27FC236}">
                    <a16:creationId xmlns:a16="http://schemas.microsoft.com/office/drawing/2014/main" id="{6C04F316-060E-B37C-302A-823AA758B0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1413" y="3892922"/>
                <a:ext cx="0" cy="7999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4" name="直接连接符 533">
                <a:extLst>
                  <a:ext uri="{FF2B5EF4-FFF2-40B4-BE49-F238E27FC236}">
                    <a16:creationId xmlns:a16="http://schemas.microsoft.com/office/drawing/2014/main" id="{A9585456-48A2-E8E9-630A-EE76C2D925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101138" y="4638674"/>
                <a:ext cx="47625" cy="4988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5" name="直接连接符 534">
                <a:extLst>
                  <a:ext uri="{FF2B5EF4-FFF2-40B4-BE49-F238E27FC236}">
                    <a16:creationId xmlns:a16="http://schemas.microsoft.com/office/drawing/2014/main" id="{8DA1A6FC-B049-3F10-B4F2-51A4D4AC46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3600" y="4208463"/>
                <a:ext cx="66675" cy="2222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2" name="直接连接符 541">
                <a:extLst>
                  <a:ext uri="{FF2B5EF4-FFF2-40B4-BE49-F238E27FC236}">
                    <a16:creationId xmlns:a16="http://schemas.microsoft.com/office/drawing/2014/main" id="{FD8CF82A-83BD-5511-3EC3-CE0359B122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53500" y="4930375"/>
                <a:ext cx="12701" cy="84538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4" name="直接连接符 543">
                <a:extLst>
                  <a:ext uri="{FF2B5EF4-FFF2-40B4-BE49-F238E27FC236}">
                    <a16:creationId xmlns:a16="http://schemas.microsoft.com/office/drawing/2014/main" id="{68829398-7771-AB91-41F8-74965C3109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3425" y="4792663"/>
                <a:ext cx="60325" cy="26117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3C18B316-85E3-DD18-EB5A-0CE12E9C36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729539" y="4663675"/>
                <a:ext cx="20690" cy="19833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8" name="直接连接符 547">
                <a:extLst>
                  <a:ext uri="{FF2B5EF4-FFF2-40B4-BE49-F238E27FC236}">
                    <a16:creationId xmlns:a16="http://schemas.microsoft.com/office/drawing/2014/main" id="{2E5E5915-6970-A4A6-D5B2-D03C9C0F4B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04088" y="3852365"/>
                <a:ext cx="23812" cy="7193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9" name="直接连接符 548">
                <a:extLst>
                  <a:ext uri="{FF2B5EF4-FFF2-40B4-BE49-F238E27FC236}">
                    <a16:creationId xmlns:a16="http://schemas.microsoft.com/office/drawing/2014/main" id="{692AFEB0-F36A-A9E7-E8D4-19ACF3248CE7}"/>
                  </a:ext>
                </a:extLst>
              </p:cNvPr>
              <p:cNvCxnSpPr>
                <a:cxnSpLocks/>
                <a:stCxn id="370" idx="4"/>
              </p:cNvCxnSpPr>
              <p:nvPr/>
            </p:nvCxnSpPr>
            <p:spPr>
              <a:xfrm>
                <a:off x="7203093" y="3530323"/>
                <a:ext cx="218470" cy="68449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non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2" name="直接连接符 561">
                <a:extLst>
                  <a:ext uri="{FF2B5EF4-FFF2-40B4-BE49-F238E27FC236}">
                    <a16:creationId xmlns:a16="http://schemas.microsoft.com/office/drawing/2014/main" id="{B7EE9629-E290-DE12-B4F7-A7D67289C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9325" y="3051534"/>
                <a:ext cx="20638" cy="89935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4" name="直接连接符 563">
                <a:extLst>
                  <a:ext uri="{FF2B5EF4-FFF2-40B4-BE49-F238E27FC236}">
                    <a16:creationId xmlns:a16="http://schemas.microsoft.com/office/drawing/2014/main" id="{4B996633-C4A8-76FB-5B6B-1524AACA2E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88817" y="2331174"/>
                <a:ext cx="88900" cy="55370"/>
              </a:xfrm>
              <a:prstGeom prst="line">
                <a:avLst/>
              </a:prstGeom>
              <a:ln w="12700">
                <a:solidFill>
                  <a:srgbClr val="2D3A4C"/>
                </a:solidFill>
                <a:prstDash val="solid"/>
                <a:headEnd type="none" w="sm" len="med"/>
                <a:tailEnd type="stealth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5D2FB227-3F7A-9039-03FB-8B056DD3C81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783092" y="2350878"/>
                <a:ext cx="108000" cy="108000"/>
              </a:xfrm>
              <a:prstGeom prst="rect">
                <a:avLst/>
              </a:prstGeom>
              <a:solidFill>
                <a:srgbClr val="266AA9">
                  <a:alpha val="99000"/>
                </a:srgbClr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" name="星形: 五角 332">
                <a:extLst>
                  <a:ext uri="{FF2B5EF4-FFF2-40B4-BE49-F238E27FC236}">
                    <a16:creationId xmlns:a16="http://schemas.microsoft.com/office/drawing/2014/main" id="{F94E6906-3C9F-5530-1468-3C24C1AB10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52673" y="3038689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" name="星形: 五角 401">
                <a:extLst>
                  <a:ext uri="{FF2B5EF4-FFF2-40B4-BE49-F238E27FC236}">
                    <a16:creationId xmlns:a16="http://schemas.microsoft.com/office/drawing/2014/main" id="{B43477D3-F5E1-CD63-BF6F-B35DD6E71A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708507" y="2540965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" name="星形: 五角 402">
                <a:extLst>
                  <a:ext uri="{FF2B5EF4-FFF2-40B4-BE49-F238E27FC236}">
                    <a16:creationId xmlns:a16="http://schemas.microsoft.com/office/drawing/2014/main" id="{4CA57D31-3EEC-223D-75D9-FC19554B3F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03964" y="3350451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星形: 五角 407">
                <a:extLst>
                  <a:ext uri="{FF2B5EF4-FFF2-40B4-BE49-F238E27FC236}">
                    <a16:creationId xmlns:a16="http://schemas.microsoft.com/office/drawing/2014/main" id="{6768D72B-F8BB-FFDE-F874-13A2CFBA38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16541" y="3367874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星形: 五角 423">
                <a:extLst>
                  <a:ext uri="{FF2B5EF4-FFF2-40B4-BE49-F238E27FC236}">
                    <a16:creationId xmlns:a16="http://schemas.microsoft.com/office/drawing/2014/main" id="{9C1F1E07-709B-4697-4D6C-423B63101F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16978" y="4208330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星形: 五角 429">
                <a:extLst>
                  <a:ext uri="{FF2B5EF4-FFF2-40B4-BE49-F238E27FC236}">
                    <a16:creationId xmlns:a16="http://schemas.microsoft.com/office/drawing/2014/main" id="{7470BDC7-D496-D826-18BA-C81995F374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46067" y="4813500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" name="星形: 五角 433">
                <a:extLst>
                  <a:ext uri="{FF2B5EF4-FFF2-40B4-BE49-F238E27FC236}">
                    <a16:creationId xmlns:a16="http://schemas.microsoft.com/office/drawing/2014/main" id="{4DCAF1ED-CB17-15B5-5D0C-421D4D11F7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77520" y="4573270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" name="星形: 五角 438">
                <a:extLst>
                  <a:ext uri="{FF2B5EF4-FFF2-40B4-BE49-F238E27FC236}">
                    <a16:creationId xmlns:a16="http://schemas.microsoft.com/office/drawing/2014/main" id="{CD767469-959A-54C6-8DA7-6B4815DADC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82221" y="4189094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6" name="星形: 五角 415">
                <a:extLst>
                  <a:ext uri="{FF2B5EF4-FFF2-40B4-BE49-F238E27FC236}">
                    <a16:creationId xmlns:a16="http://schemas.microsoft.com/office/drawing/2014/main" id="{F5636432-3E98-8418-B388-57696B1864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70911" y="3616582"/>
                <a:ext cx="108000" cy="108000"/>
              </a:xfrm>
              <a:prstGeom prst="star5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92" name="直接连接符 591">
              <a:extLst>
                <a:ext uri="{FF2B5EF4-FFF2-40B4-BE49-F238E27FC236}">
                  <a16:creationId xmlns:a16="http://schemas.microsoft.com/office/drawing/2014/main" id="{2B56EF0B-E791-3532-530C-1830844B75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8382" y="2091768"/>
              <a:ext cx="434447" cy="491092"/>
            </a:xfrm>
            <a:prstGeom prst="line">
              <a:avLst/>
            </a:prstGeom>
            <a:ln w="28575">
              <a:gradFill>
                <a:gsLst>
                  <a:gs pos="0">
                    <a:srgbClr val="E36B5A">
                      <a:lumMod val="91000"/>
                      <a:lumOff val="9000"/>
                    </a:srgbClr>
                  </a:gs>
                  <a:gs pos="100000">
                    <a:srgbClr val="266AA9">
                      <a:lumMod val="58000"/>
                      <a:lumOff val="42000"/>
                    </a:srgbClr>
                  </a:gs>
                </a:gsLst>
                <a:lin ang="4800000" scaled="0"/>
              </a:gradFill>
              <a:prstDash val="solid"/>
              <a:headEnd type="triangle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B902DB99-3B15-0D23-658E-F4978C5586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3691" y="3453948"/>
              <a:ext cx="0" cy="398417"/>
            </a:xfrm>
            <a:prstGeom prst="line">
              <a:avLst/>
            </a:prstGeom>
            <a:ln w="28575">
              <a:gradFill>
                <a:gsLst>
                  <a:gs pos="0">
                    <a:srgbClr val="E36B5A">
                      <a:lumMod val="91000"/>
                      <a:lumOff val="9000"/>
                      <a:alpha val="82000"/>
                    </a:srgbClr>
                  </a:gs>
                  <a:gs pos="100000">
                    <a:srgbClr val="266AA9">
                      <a:lumMod val="76000"/>
                      <a:lumOff val="24000"/>
                    </a:srgbClr>
                  </a:gs>
                </a:gsLst>
                <a:lin ang="4800000" scaled="0"/>
              </a:gradFill>
              <a:prstDash val="solid"/>
              <a:headEnd type="triangle" w="med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25" name="菱形 724">
            <a:extLst>
              <a:ext uri="{FF2B5EF4-FFF2-40B4-BE49-F238E27FC236}">
                <a16:creationId xmlns:a16="http://schemas.microsoft.com/office/drawing/2014/main" id="{84910B4C-880D-9934-BF94-08792CFC30AA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6774513" y="5571515"/>
            <a:ext cx="216000" cy="216000"/>
          </a:xfrm>
          <a:prstGeom prst="diamond">
            <a:avLst/>
          </a:prstGeom>
          <a:solidFill>
            <a:srgbClr val="B71D3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7" name="矩形 726">
            <a:extLst>
              <a:ext uri="{FF2B5EF4-FFF2-40B4-BE49-F238E27FC236}">
                <a16:creationId xmlns:a16="http://schemas.microsoft.com/office/drawing/2014/main" id="{117CC176-416E-EF4C-2668-3E7971C9756A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7778414" y="5607515"/>
            <a:ext cx="144000" cy="144000"/>
          </a:xfrm>
          <a:prstGeom prst="rect">
            <a:avLst/>
          </a:prstGeom>
          <a:solidFill>
            <a:srgbClr val="266AA9">
              <a:alpha val="99000"/>
            </a:srgb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9" name="星形: 五角 728">
            <a:extLst>
              <a:ext uri="{FF2B5EF4-FFF2-40B4-BE49-F238E27FC236}">
                <a16:creationId xmlns:a16="http://schemas.microsoft.com/office/drawing/2014/main" id="{22F676A2-C1A8-56CC-4191-9FB9216CF461}"/>
              </a:ext>
            </a:extLst>
          </p:cNvPr>
          <p:cNvSpPr>
            <a:spLocks noChangeAspect="1"/>
          </p:cNvSpPr>
          <p:nvPr/>
        </p:nvSpPr>
        <p:spPr>
          <a:xfrm>
            <a:off x="9754328" y="5582148"/>
            <a:ext cx="199087" cy="194734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椭圆 730">
            <a:extLst>
              <a:ext uri="{FF2B5EF4-FFF2-40B4-BE49-F238E27FC236}">
                <a16:creationId xmlns:a16="http://schemas.microsoft.com/office/drawing/2014/main" id="{2C553F60-7042-7BDD-9CE9-B6C34BBEE10C}"/>
              </a:ext>
            </a:extLst>
          </p:cNvPr>
          <p:cNvSpPr>
            <a:spLocks noChangeAspect="1"/>
          </p:cNvSpPr>
          <p:nvPr/>
        </p:nvSpPr>
        <p:spPr>
          <a:xfrm flipH="1" flipV="1">
            <a:off x="8679268" y="5607515"/>
            <a:ext cx="144000" cy="144000"/>
          </a:xfrm>
          <a:prstGeom prst="ellipse">
            <a:avLst/>
          </a:prstGeom>
          <a:solidFill>
            <a:srgbClr val="266AA9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文本框 117">
            <a:extLst>
              <a:ext uri="{FF2B5EF4-FFF2-40B4-BE49-F238E27FC236}">
                <a16:creationId xmlns:a16="http://schemas.microsoft.com/office/drawing/2014/main" id="{C967D827-D90B-ECD7-951C-125EA3347FCE}"/>
              </a:ext>
            </a:extLst>
          </p:cNvPr>
          <p:cNvSpPr txBox="1"/>
          <p:nvPr/>
        </p:nvSpPr>
        <p:spPr>
          <a:xfrm>
            <a:off x="8890648" y="5594877"/>
            <a:ext cx="60801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检测位置</a:t>
            </a:r>
            <a:endParaRPr lang="en-US" altLang="zh-CN" sz="1100" b="0" dirty="0"/>
          </a:p>
        </p:txBody>
      </p:sp>
      <p:sp>
        <p:nvSpPr>
          <p:cNvPr id="735" name="文本框 117">
            <a:extLst>
              <a:ext uri="{FF2B5EF4-FFF2-40B4-BE49-F238E27FC236}">
                <a16:creationId xmlns:a16="http://schemas.microsoft.com/office/drawing/2014/main" id="{99C982E7-2345-8281-58A6-AF713795ACCD}"/>
              </a:ext>
            </a:extLst>
          </p:cNvPr>
          <p:cNvSpPr txBox="1"/>
          <p:nvPr/>
        </p:nvSpPr>
        <p:spPr>
          <a:xfrm>
            <a:off x="10023595" y="5594877"/>
            <a:ext cx="10308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干扰源真实位置</a:t>
            </a:r>
            <a:endParaRPr lang="en-US" altLang="zh-CN" sz="1100" b="0" dirty="0"/>
          </a:p>
        </p:txBody>
      </p:sp>
      <p:sp>
        <p:nvSpPr>
          <p:cNvPr id="736" name="文本框 117">
            <a:extLst>
              <a:ext uri="{FF2B5EF4-FFF2-40B4-BE49-F238E27FC236}">
                <a16:creationId xmlns:a16="http://schemas.microsoft.com/office/drawing/2014/main" id="{FC2B2B30-3191-34E0-C6BA-9A13B02E04D9}"/>
              </a:ext>
            </a:extLst>
          </p:cNvPr>
          <p:cNvSpPr txBox="1"/>
          <p:nvPr/>
        </p:nvSpPr>
        <p:spPr>
          <a:xfrm>
            <a:off x="7084393" y="5594877"/>
            <a:ext cx="2984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起点</a:t>
            </a:r>
            <a:endParaRPr lang="en-US" altLang="zh-CN" sz="1100" b="0" dirty="0"/>
          </a:p>
        </p:txBody>
      </p:sp>
      <p:sp>
        <p:nvSpPr>
          <p:cNvPr id="737" name="文本框 117">
            <a:extLst>
              <a:ext uri="{FF2B5EF4-FFF2-40B4-BE49-F238E27FC236}">
                <a16:creationId xmlns:a16="http://schemas.microsoft.com/office/drawing/2014/main" id="{090F88B3-0C5D-01F2-AD31-082382183FB1}"/>
              </a:ext>
            </a:extLst>
          </p:cNvPr>
          <p:cNvSpPr txBox="1"/>
          <p:nvPr/>
        </p:nvSpPr>
        <p:spPr>
          <a:xfrm>
            <a:off x="8006413" y="5594877"/>
            <a:ext cx="3016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终点</a:t>
            </a:r>
            <a:endParaRPr lang="en-US" altLang="zh-CN" sz="1100" b="0" dirty="0"/>
          </a:p>
        </p:txBody>
      </p:sp>
    </p:spTree>
    <p:extLst>
      <p:ext uri="{BB962C8B-B14F-4D97-AF65-F5344CB8AC3E}">
        <p14:creationId xmlns:p14="http://schemas.microsoft.com/office/powerpoint/2010/main" val="25272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pipeline</Template>
  <TotalTime>2785</TotalTime>
  <Words>1110</Words>
  <Application>Microsoft Office PowerPoint</Application>
  <PresentationFormat>宽屏</PresentationFormat>
  <Paragraphs>216</Paragraphs>
  <Slides>20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Alibaba PuHuiTi</vt:lpstr>
      <vt:lpstr>等线</vt:lpstr>
      <vt:lpstr>等线 Light</vt:lpstr>
      <vt:lpstr>黑体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张弛 郭</dc:creator>
  <cp:lastModifiedBy>张弛 郭</cp:lastModifiedBy>
  <cp:revision>23</cp:revision>
  <dcterms:created xsi:type="dcterms:W3CDTF">2026-09-11T12:41:51Z</dcterms:created>
  <dcterms:modified xsi:type="dcterms:W3CDTF">2026-09-13T12:55:47Z</dcterms:modified>
</cp:coreProperties>
</file>